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7"/>
  </p:notesMasterIdLst>
  <p:sldIdLst>
    <p:sldId id="256" r:id="rId2"/>
    <p:sldId id="276" r:id="rId3"/>
    <p:sldId id="258" r:id="rId4"/>
    <p:sldId id="260" r:id="rId5"/>
    <p:sldId id="263" r:id="rId6"/>
    <p:sldId id="264" r:id="rId7"/>
    <p:sldId id="277" r:id="rId8"/>
    <p:sldId id="283" r:id="rId9"/>
    <p:sldId id="278" r:id="rId10"/>
    <p:sldId id="280" r:id="rId11"/>
    <p:sldId id="281" r:id="rId12"/>
    <p:sldId id="279" r:id="rId13"/>
    <p:sldId id="284" r:id="rId14"/>
    <p:sldId id="282" r:id="rId15"/>
    <p:sldId id="285" r:id="rId16"/>
  </p:sldIdLst>
  <p:sldSz cx="18288000" cy="10287000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8696A25-F46B-33E4-6D6C-6B21001C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2F39F485-8C48-2C80-8071-740D77CC6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A3197DE1-AE86-DDF3-0C2B-E60589665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895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977DE693-4CF4-DFD6-A8B1-02A002F6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4E5F40CE-DD40-6B4A-D869-BD4E9DCB65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A5A44776-2B1C-BE4D-DACF-D3183BF2B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90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B82C712A-7615-0D3D-496A-53254582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19B2BF21-57C8-0368-FE9C-E5A8803C3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3FF85DE4-6E76-BA81-0789-83639E1A81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0812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BF7CFE32-A177-05F0-EE22-D6FD1F52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F26EAADF-7F80-DB3F-0867-262BB9939D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9A9C2078-C5A2-41B5-9373-1C2918478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0991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29C195BE-E5DD-B511-6700-FCC27C2E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EF34AD53-A594-33EA-9FC5-0EA35F55E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DC447C6B-D0DB-042D-B28A-17023892A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8492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891697CF-D2F9-DF5F-75BE-FF4E0B3A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DC9FA6AA-98E2-066E-AD26-F28E11358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C1F4DCB1-BC33-F0E5-0C0B-711C53C65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55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33BB822E-1266-5A52-B1AB-14203D9C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4645B95F-4EB3-13F7-C72D-74C9333F7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29D70299-27CC-32DE-2F28-F83985E291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4116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B1618DC8-96F3-0556-72B8-80151D3D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60FF96A5-8F80-DEA1-352B-09C3B89CE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67087546-5A6E-7957-451D-AA5EF362E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205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26250066-520A-0C56-B409-55D2D836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AE1C697A-B699-E6D5-D463-21E785953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496ADC55-8DFB-9941-2C89-B8F806C530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20227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5762E97F-56CA-901D-63D7-AB316271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>
            <a:extLst>
              <a:ext uri="{FF2B5EF4-FFF2-40B4-BE49-F238E27FC236}">
                <a16:creationId xmlns:a16="http://schemas.microsoft.com/office/drawing/2014/main" id="{EED4039A-24C8-5785-7796-C010A8210C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:notes">
            <a:extLst>
              <a:ext uri="{FF2B5EF4-FFF2-40B4-BE49-F238E27FC236}">
                <a16:creationId xmlns:a16="http://schemas.microsoft.com/office/drawing/2014/main" id="{C7F5CC1C-EA62-4EEA-638B-6C0960BE5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343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751500" y="1243600"/>
            <a:ext cx="154119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1732900" y="5200000"/>
            <a:ext cx="12532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69687" y="7844975"/>
            <a:ext cx="19431588" cy="77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4711" y="-2927437"/>
            <a:ext cx="10561728" cy="10287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3"/>
          <p:cNvGrpSpPr/>
          <p:nvPr/>
        </p:nvGrpSpPr>
        <p:grpSpPr>
          <a:xfrm>
            <a:off x="15388490" y="9220800"/>
            <a:ext cx="882863" cy="882863"/>
            <a:chOff x="0" y="0"/>
            <a:chExt cx="812800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7A7A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>
            <a:off x="2630724" y="9382031"/>
            <a:ext cx="635366" cy="635366"/>
            <a:chOff x="0" y="0"/>
            <a:chExt cx="812800" cy="8128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7A7A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500" y="8564078"/>
            <a:ext cx="1442275" cy="1063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92025" y="8771589"/>
            <a:ext cx="882850" cy="648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95900" y="1560525"/>
            <a:ext cx="14367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5750050" y="43804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680900" y="5148977"/>
            <a:ext cx="7484475" cy="71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8125" y="-3242125"/>
            <a:ext cx="12136223" cy="703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76376" y="278370"/>
            <a:ext cx="1240550" cy="911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6042" y="8292027"/>
            <a:ext cx="1240550" cy="906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85087" y="761125"/>
            <a:ext cx="15802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500"/>
              <a:buFont typeface="Montserrat"/>
              <a:buNone/>
              <a:defRPr sz="85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494713" y="671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32" name="Google Shape;3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753100" y="6760175"/>
            <a:ext cx="12167141" cy="541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5"/>
          <p:cNvGrpSpPr/>
          <p:nvPr/>
        </p:nvGrpSpPr>
        <p:grpSpPr>
          <a:xfrm>
            <a:off x="7414040" y="7833430"/>
            <a:ext cx="635366" cy="635366"/>
            <a:chOff x="0" y="0"/>
            <a:chExt cx="812800" cy="812800"/>
          </a:xfrm>
        </p:grpSpPr>
        <p:sp>
          <p:nvSpPr>
            <p:cNvPr id="34" name="Google Shape;34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9468A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" name="Google Shape;3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100" y="9085269"/>
            <a:ext cx="1053680" cy="7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995900" y="1560525"/>
            <a:ext cx="14367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1865675" y="4424850"/>
            <a:ext cx="7143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»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9278720" y="4424850"/>
            <a:ext cx="7143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»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135350" y="-3579925"/>
            <a:ext cx="10078424" cy="986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65400" y="7763725"/>
            <a:ext cx="13389783" cy="5328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" name="Google Shape;43;p6"/>
          <p:cNvGrpSpPr/>
          <p:nvPr/>
        </p:nvGrpSpPr>
        <p:grpSpPr>
          <a:xfrm>
            <a:off x="15950759" y="801215"/>
            <a:ext cx="703316" cy="703316"/>
            <a:chOff x="0" y="0"/>
            <a:chExt cx="812800" cy="812800"/>
          </a:xfrm>
        </p:grpSpPr>
        <p:sp>
          <p:nvSpPr>
            <p:cNvPr id="44" name="Google Shape;4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76625" y="1327450"/>
            <a:ext cx="14367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1382213" y="4112725"/>
            <a:ext cx="76206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»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9281577" y="4112725"/>
            <a:ext cx="7624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»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70773" y="4420238"/>
            <a:ext cx="10061779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5239" y="-7385025"/>
            <a:ext cx="14586276" cy="1448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7"/>
          <p:cNvGrpSpPr/>
          <p:nvPr/>
        </p:nvGrpSpPr>
        <p:grpSpPr>
          <a:xfrm>
            <a:off x="16302076" y="7101553"/>
            <a:ext cx="1283167" cy="1283167"/>
            <a:chOff x="0" y="0"/>
            <a:chExt cx="812800" cy="812800"/>
          </a:xfrm>
        </p:grpSpPr>
        <p:sp>
          <p:nvSpPr>
            <p:cNvPr id="53" name="Google Shape;5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7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" name="Google Shape;5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0425" y="8219875"/>
            <a:ext cx="1283175" cy="93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3625" y="9016826"/>
            <a:ext cx="1105400" cy="80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995900" y="1560525"/>
            <a:ext cx="14367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9" name="Google Shape;5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09588" y="8168050"/>
            <a:ext cx="19307177" cy="769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92149" y="-2138276"/>
            <a:ext cx="7178824" cy="748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786677" y="8803434"/>
            <a:ext cx="1591700" cy="11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1081275" y="470125"/>
            <a:ext cx="15738900" cy="27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8797375" y="3767075"/>
            <a:ext cx="8449800" cy="50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–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»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1415875" y="3767075"/>
            <a:ext cx="73815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66" name="Google Shape;6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05276" y="5334038"/>
            <a:ext cx="7731450" cy="759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1099" y="-6994699"/>
            <a:ext cx="13893724" cy="137987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9"/>
          <p:cNvGrpSpPr/>
          <p:nvPr/>
        </p:nvGrpSpPr>
        <p:grpSpPr>
          <a:xfrm>
            <a:off x="487121" y="9404648"/>
            <a:ext cx="541569" cy="541569"/>
            <a:chOff x="0" y="0"/>
            <a:chExt cx="812800" cy="812800"/>
          </a:xfrm>
        </p:grpSpPr>
        <p:sp>
          <p:nvSpPr>
            <p:cNvPr id="69" name="Google Shape;69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7A7A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9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1" name="Google Shape;7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0173" y="-390299"/>
            <a:ext cx="1169114" cy="86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7024" y="1775883"/>
            <a:ext cx="735864" cy="5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95256" y="3755725"/>
            <a:ext cx="10064937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1083450" y="1153400"/>
            <a:ext cx="14665500" cy="19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2"/>
          </p:nvPr>
        </p:nvSpPr>
        <p:spPr>
          <a:xfrm>
            <a:off x="1740350" y="3426900"/>
            <a:ext cx="5486400" cy="59121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0"/>
          <p:cNvSpPr txBox="1">
            <a:spLocks noGrp="1"/>
          </p:cNvSpPr>
          <p:nvPr>
            <p:ph type="body" idx="1"/>
          </p:nvPr>
        </p:nvSpPr>
        <p:spPr>
          <a:xfrm>
            <a:off x="8556813" y="37557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78" name="Google Shape;78;p10"/>
          <p:cNvGrpSpPr/>
          <p:nvPr/>
        </p:nvGrpSpPr>
        <p:grpSpPr>
          <a:xfrm>
            <a:off x="15751153" y="406182"/>
            <a:ext cx="422493" cy="422493"/>
            <a:chOff x="0" y="0"/>
            <a:chExt cx="812800" cy="812800"/>
          </a:xfrm>
        </p:grpSpPr>
        <p:sp>
          <p:nvSpPr>
            <p:cNvPr id="79" name="Google Shape;79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0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1" name="Google Shape;8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3650" y="9014297"/>
            <a:ext cx="1154352" cy="8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95900" y="1560525"/>
            <a:ext cx="14367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674678"/>
              </a:buClr>
              <a:buSzPts val="8500"/>
              <a:buFont typeface="Montserrat"/>
              <a:buNone/>
              <a:defRPr sz="8500" b="1" i="0" u="none" strike="noStrike" cap="none">
                <a:solidFill>
                  <a:srgbClr val="67467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00625" y="44326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6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9.png"/><Relationship Id="rId3" Type="http://schemas.openxmlformats.org/officeDocument/2006/relationships/image" Target="../media/image12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Relationship Id="rId14" Type="http://schemas.openxmlformats.org/officeDocument/2006/relationships/image" Target="../media/image5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50.jpg"/><Relationship Id="rId5" Type="http://schemas.openxmlformats.org/officeDocument/2006/relationships/image" Target="../media/image42.png"/><Relationship Id="rId10" Type="http://schemas.openxmlformats.org/officeDocument/2006/relationships/image" Target="../media/image51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6.jpg"/><Relationship Id="rId5" Type="http://schemas.openxmlformats.org/officeDocument/2006/relationships/image" Target="../media/image39.png"/><Relationship Id="rId10" Type="http://schemas.openxmlformats.org/officeDocument/2006/relationships/image" Target="../media/image55.jpg"/><Relationship Id="rId4" Type="http://schemas.openxmlformats.org/officeDocument/2006/relationships/image" Target="../media/image41.png"/><Relationship Id="rId9" Type="http://schemas.openxmlformats.org/officeDocument/2006/relationships/image" Target="../media/image5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Relationship Id="rId9" Type="http://schemas.openxmlformats.org/officeDocument/2006/relationships/image" Target="../media/image50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3" Type="http://schemas.openxmlformats.org/officeDocument/2006/relationships/image" Target="../media/image12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Relationship Id="rId9" Type="http://schemas.openxmlformats.org/officeDocument/2006/relationships/image" Target="../media/image5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2.png"/><Relationship Id="rId7" Type="http://schemas.openxmlformats.org/officeDocument/2006/relationships/image" Target="../media/image5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5.jpg"/><Relationship Id="rId5" Type="http://schemas.openxmlformats.org/officeDocument/2006/relationships/image" Target="../media/image39.png"/><Relationship Id="rId10" Type="http://schemas.openxmlformats.org/officeDocument/2006/relationships/image" Target="../media/image54.jpg"/><Relationship Id="rId4" Type="http://schemas.openxmlformats.org/officeDocument/2006/relationships/image" Target="../media/image41.png"/><Relationship Id="rId9" Type="http://schemas.openxmlformats.org/officeDocument/2006/relationships/image" Target="../media/image5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Relationship Id="rId9" Type="http://schemas.openxmlformats.org/officeDocument/2006/relationships/image" Target="../media/image59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56.jpg"/><Relationship Id="rId4" Type="http://schemas.openxmlformats.org/officeDocument/2006/relationships/image" Target="../media/image41.png"/><Relationship Id="rId9" Type="http://schemas.openxmlformats.org/officeDocument/2006/relationships/image" Target="../media/image5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56.jpg"/><Relationship Id="rId4" Type="http://schemas.openxmlformats.org/officeDocument/2006/relationships/image" Target="../media/image41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69800" y="7688625"/>
            <a:ext cx="13206702" cy="52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35900" y="-3277650"/>
            <a:ext cx="10133125" cy="701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060025" y="-4187975"/>
            <a:ext cx="10729374" cy="104971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1"/>
          <p:cNvGrpSpPr/>
          <p:nvPr/>
        </p:nvGrpSpPr>
        <p:grpSpPr>
          <a:xfrm>
            <a:off x="15525811" y="1028700"/>
            <a:ext cx="1733489" cy="1733489"/>
            <a:chOff x="0" y="0"/>
            <a:chExt cx="812800" cy="812800"/>
          </a:xfrm>
        </p:grpSpPr>
        <p:sp>
          <p:nvSpPr>
            <p:cNvPr id="90" name="Google Shape;9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6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1"/>
          <p:cNvGrpSpPr/>
          <p:nvPr/>
        </p:nvGrpSpPr>
        <p:grpSpPr>
          <a:xfrm>
            <a:off x="15642118" y="1145008"/>
            <a:ext cx="1500874" cy="1500874"/>
            <a:chOff x="0" y="0"/>
            <a:chExt cx="812800" cy="812800"/>
          </a:xfrm>
        </p:grpSpPr>
        <p:sp>
          <p:nvSpPr>
            <p:cNvPr id="93" name="Google Shape;9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1"/>
          <p:cNvSpPr/>
          <p:nvPr/>
        </p:nvSpPr>
        <p:spPr>
          <a:xfrm>
            <a:off x="9540479" y="3349646"/>
            <a:ext cx="1334079" cy="978325"/>
          </a:xfrm>
          <a:custGeom>
            <a:avLst/>
            <a:gdLst/>
            <a:ahLst/>
            <a:cxnLst/>
            <a:rect l="l" t="t" r="r" b="b"/>
            <a:pathLst>
              <a:path w="1334079" h="978325" extrusionOk="0">
                <a:moveTo>
                  <a:pt x="0" y="0"/>
                </a:moveTo>
                <a:lnTo>
                  <a:pt x="1334079" y="0"/>
                </a:lnTo>
                <a:lnTo>
                  <a:pt x="1334079" y="978324"/>
                </a:lnTo>
                <a:lnTo>
                  <a:pt x="0" y="9783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35126" t="-409075" r="-670504" b="-732389"/>
            </a:stretch>
          </a:blipFill>
          <a:ln>
            <a:noFill/>
          </a:ln>
        </p:spPr>
      </p:sp>
      <p:sp>
        <p:nvSpPr>
          <p:cNvPr id="97" name="Google Shape;97;p11"/>
          <p:cNvSpPr/>
          <p:nvPr/>
        </p:nvSpPr>
        <p:spPr>
          <a:xfrm>
            <a:off x="15689278" y="4070102"/>
            <a:ext cx="703277" cy="515737"/>
          </a:xfrm>
          <a:custGeom>
            <a:avLst/>
            <a:gdLst/>
            <a:ahLst/>
            <a:cxnLst/>
            <a:rect l="l" t="t" r="r" b="b"/>
            <a:pathLst>
              <a:path w="703277" h="515737" extrusionOk="0">
                <a:moveTo>
                  <a:pt x="0" y="0"/>
                </a:moveTo>
                <a:lnTo>
                  <a:pt x="703277" y="0"/>
                </a:lnTo>
                <a:lnTo>
                  <a:pt x="703277" y="515737"/>
                </a:lnTo>
                <a:lnTo>
                  <a:pt x="0" y="515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235126" t="-409075" r="-670504" b="-732389"/>
            </a:stretch>
          </a:blipFill>
          <a:ln>
            <a:noFill/>
          </a:ln>
        </p:spPr>
      </p:sp>
      <p:grpSp>
        <p:nvGrpSpPr>
          <p:cNvPr id="98" name="Google Shape;98;p11"/>
          <p:cNvGrpSpPr/>
          <p:nvPr/>
        </p:nvGrpSpPr>
        <p:grpSpPr>
          <a:xfrm>
            <a:off x="1380338" y="4655568"/>
            <a:ext cx="7140932" cy="1026849"/>
            <a:chOff x="0" y="-47625"/>
            <a:chExt cx="1880727" cy="270444"/>
          </a:xfrm>
        </p:grpSpPr>
        <p:sp>
          <p:nvSpPr>
            <p:cNvPr id="99" name="Google Shape;99;p11"/>
            <p:cNvSpPr/>
            <p:nvPr/>
          </p:nvSpPr>
          <p:spPr>
            <a:xfrm>
              <a:off x="0" y="0"/>
              <a:ext cx="1880727" cy="222819"/>
            </a:xfrm>
            <a:custGeom>
              <a:avLst/>
              <a:gdLst/>
              <a:ahLst/>
              <a:cxnLst/>
              <a:rect l="l" t="t" r="r" b="b"/>
              <a:pathLst>
                <a:path w="1880727" h="222819" extrusionOk="0">
                  <a:moveTo>
                    <a:pt x="55293" y="0"/>
                  </a:moveTo>
                  <a:lnTo>
                    <a:pt x="1825434" y="0"/>
                  </a:lnTo>
                  <a:cubicBezTo>
                    <a:pt x="1855971" y="0"/>
                    <a:pt x="1880727" y="24755"/>
                    <a:pt x="1880727" y="55293"/>
                  </a:cubicBezTo>
                  <a:lnTo>
                    <a:pt x="1880727" y="167527"/>
                  </a:lnTo>
                  <a:cubicBezTo>
                    <a:pt x="1880727" y="198064"/>
                    <a:pt x="1855971" y="222819"/>
                    <a:pt x="1825434" y="222819"/>
                  </a:cubicBezTo>
                  <a:lnTo>
                    <a:pt x="55293" y="222819"/>
                  </a:lnTo>
                  <a:cubicBezTo>
                    <a:pt x="24755" y="222819"/>
                    <a:pt x="0" y="198064"/>
                    <a:pt x="0" y="167527"/>
                  </a:cubicBezTo>
                  <a:lnTo>
                    <a:pt x="0" y="55293"/>
                  </a:lnTo>
                  <a:cubicBezTo>
                    <a:pt x="0" y="24755"/>
                    <a:pt x="24755" y="0"/>
                    <a:pt x="55293" y="0"/>
                  </a:cubicBezTo>
                  <a:close/>
                </a:path>
              </a:pathLst>
            </a:custGeom>
            <a:solidFill>
              <a:srgbClr val="946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0" y="-47625"/>
              <a:ext cx="1880727" cy="270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1"/>
          <p:cNvGrpSpPr/>
          <p:nvPr/>
        </p:nvGrpSpPr>
        <p:grpSpPr>
          <a:xfrm>
            <a:off x="4599142" y="7688635"/>
            <a:ext cx="890341" cy="890341"/>
            <a:chOff x="0" y="0"/>
            <a:chExt cx="812800" cy="812800"/>
          </a:xfrm>
        </p:grpSpPr>
        <p:sp>
          <p:nvSpPr>
            <p:cNvPr id="102" name="Google Shape;10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7A7A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1"/>
          <p:cNvGrpSpPr/>
          <p:nvPr/>
        </p:nvGrpSpPr>
        <p:grpSpPr>
          <a:xfrm>
            <a:off x="1028700" y="800664"/>
            <a:ext cx="703277" cy="703277"/>
            <a:chOff x="0" y="0"/>
            <a:chExt cx="812800" cy="812800"/>
          </a:xfrm>
        </p:grpSpPr>
        <p:sp>
          <p:nvSpPr>
            <p:cNvPr id="105" name="Google Shape;10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1"/>
          <p:cNvGrpSpPr/>
          <p:nvPr/>
        </p:nvGrpSpPr>
        <p:grpSpPr>
          <a:xfrm>
            <a:off x="10874558" y="4070102"/>
            <a:ext cx="609507" cy="609507"/>
            <a:chOff x="0" y="0"/>
            <a:chExt cx="812800" cy="812800"/>
          </a:xfrm>
        </p:grpSpPr>
        <p:sp>
          <p:nvSpPr>
            <p:cNvPr id="108" name="Google Shape;10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1"/>
          <p:cNvSpPr txBox="1"/>
          <p:nvPr/>
        </p:nvSpPr>
        <p:spPr>
          <a:xfrm>
            <a:off x="1380338" y="4909938"/>
            <a:ext cx="6381900" cy="73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Efficient Courier Service</a:t>
            </a:r>
            <a:endParaRPr dirty="0"/>
          </a:p>
        </p:txBody>
      </p:sp>
      <p:pic>
        <p:nvPicPr>
          <p:cNvPr id="111" name="Google Shape;111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40475" y="2887749"/>
            <a:ext cx="8184901" cy="741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9125" y="6846297"/>
            <a:ext cx="890325" cy="65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99150" y="664991"/>
            <a:ext cx="1334075" cy="974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893237" y="1311825"/>
            <a:ext cx="998605" cy="11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21;p12">
            <a:extLst>
              <a:ext uri="{FF2B5EF4-FFF2-40B4-BE49-F238E27FC236}">
                <a16:creationId xmlns:a16="http://schemas.microsoft.com/office/drawing/2014/main" id="{725AC4F7-1E03-651D-5F95-1C70EB76B6F4}"/>
              </a:ext>
            </a:extLst>
          </p:cNvPr>
          <p:cNvSpPr txBox="1"/>
          <p:nvPr/>
        </p:nvSpPr>
        <p:spPr>
          <a:xfrm>
            <a:off x="-5753106" y="8209708"/>
            <a:ext cx="2858829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Database</a:t>
            </a:r>
            <a:endParaRPr dirty="0"/>
          </a:p>
        </p:txBody>
      </p:sp>
      <p:sp>
        <p:nvSpPr>
          <p:cNvPr id="34" name="Google Shape;122;p12">
            <a:extLst>
              <a:ext uri="{FF2B5EF4-FFF2-40B4-BE49-F238E27FC236}">
                <a16:creationId xmlns:a16="http://schemas.microsoft.com/office/drawing/2014/main" id="{4C82DED5-526C-11A2-EE43-0036E6BCF820}"/>
              </a:ext>
            </a:extLst>
          </p:cNvPr>
          <p:cNvSpPr txBox="1"/>
          <p:nvPr/>
        </p:nvSpPr>
        <p:spPr>
          <a:xfrm>
            <a:off x="-5976728" y="9247933"/>
            <a:ext cx="33060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ER Diagram</a:t>
            </a:r>
            <a:endParaRPr dirty="0"/>
          </a:p>
        </p:txBody>
      </p:sp>
      <p:sp>
        <p:nvSpPr>
          <p:cNvPr id="35" name="Google Shape;123;p12">
            <a:extLst>
              <a:ext uri="{FF2B5EF4-FFF2-40B4-BE49-F238E27FC236}">
                <a16:creationId xmlns:a16="http://schemas.microsoft.com/office/drawing/2014/main" id="{E429351C-CAAB-E25B-66B7-91B4FD764B4B}"/>
              </a:ext>
            </a:extLst>
          </p:cNvPr>
          <p:cNvSpPr txBox="1"/>
          <p:nvPr/>
        </p:nvSpPr>
        <p:spPr>
          <a:xfrm>
            <a:off x="-18231509" y="3526670"/>
            <a:ext cx="12478403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TABLE OF CONTENTS</a:t>
            </a:r>
            <a:endParaRPr dirty="0"/>
          </a:p>
        </p:txBody>
      </p:sp>
      <p:grpSp>
        <p:nvGrpSpPr>
          <p:cNvPr id="36" name="Google Shape;124;p12">
            <a:extLst>
              <a:ext uri="{FF2B5EF4-FFF2-40B4-BE49-F238E27FC236}">
                <a16:creationId xmlns:a16="http://schemas.microsoft.com/office/drawing/2014/main" id="{1491DE12-BBF0-5305-96C6-27BD9B8C60F7}"/>
              </a:ext>
            </a:extLst>
          </p:cNvPr>
          <p:cNvGrpSpPr/>
          <p:nvPr/>
        </p:nvGrpSpPr>
        <p:grpSpPr>
          <a:xfrm>
            <a:off x="-17091801" y="5688845"/>
            <a:ext cx="2025563" cy="2025563"/>
            <a:chOff x="0" y="0"/>
            <a:chExt cx="2700751" cy="2700751"/>
          </a:xfrm>
        </p:grpSpPr>
        <p:grpSp>
          <p:nvGrpSpPr>
            <p:cNvPr id="37" name="Google Shape;125;p12">
              <a:extLst>
                <a:ext uri="{FF2B5EF4-FFF2-40B4-BE49-F238E27FC236}">
                  <a16:creationId xmlns:a16="http://schemas.microsoft.com/office/drawing/2014/main" id="{3FDFE2FE-2F98-E575-C5AD-A0F7B38EC90F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41" name="Google Shape;126;p12">
                <a:extLst>
                  <a:ext uri="{FF2B5EF4-FFF2-40B4-BE49-F238E27FC236}">
                    <a16:creationId xmlns:a16="http://schemas.microsoft.com/office/drawing/2014/main" id="{A24CEEB6-2F8C-EEC4-C0BF-0DFA4C52FC5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27;p12">
                <a:extLst>
                  <a:ext uri="{FF2B5EF4-FFF2-40B4-BE49-F238E27FC236}">
                    <a16:creationId xmlns:a16="http://schemas.microsoft.com/office/drawing/2014/main" id="{A4D27693-1EB8-D8CA-2712-172C9A47965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128;p12">
              <a:extLst>
                <a:ext uri="{FF2B5EF4-FFF2-40B4-BE49-F238E27FC236}">
                  <a16:creationId xmlns:a16="http://schemas.microsoft.com/office/drawing/2014/main" id="{22E70542-9CEF-CA2C-9A06-F1DFE0A7660A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39" name="Google Shape;129;p12">
                <a:extLst>
                  <a:ext uri="{FF2B5EF4-FFF2-40B4-BE49-F238E27FC236}">
                    <a16:creationId xmlns:a16="http://schemas.microsoft.com/office/drawing/2014/main" id="{FE2C2147-814D-C459-C785-D8EC5EA1AB7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30;p12">
                <a:extLst>
                  <a:ext uri="{FF2B5EF4-FFF2-40B4-BE49-F238E27FC236}">
                    <a16:creationId xmlns:a16="http://schemas.microsoft.com/office/drawing/2014/main" id="{88A69EDB-6D09-0B40-68D8-04AAB59D812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" name="Google Shape;131;p12">
            <a:extLst>
              <a:ext uri="{FF2B5EF4-FFF2-40B4-BE49-F238E27FC236}">
                <a16:creationId xmlns:a16="http://schemas.microsoft.com/office/drawing/2014/main" id="{BA707E77-761D-2428-6D27-D4846F928FAD}"/>
              </a:ext>
            </a:extLst>
          </p:cNvPr>
          <p:cNvGrpSpPr/>
          <p:nvPr/>
        </p:nvGrpSpPr>
        <p:grpSpPr>
          <a:xfrm>
            <a:off x="-11211806" y="5688845"/>
            <a:ext cx="2025563" cy="2025563"/>
            <a:chOff x="0" y="0"/>
            <a:chExt cx="2700751" cy="2700751"/>
          </a:xfrm>
        </p:grpSpPr>
        <p:grpSp>
          <p:nvGrpSpPr>
            <p:cNvPr id="44" name="Google Shape;132;p12">
              <a:extLst>
                <a:ext uri="{FF2B5EF4-FFF2-40B4-BE49-F238E27FC236}">
                  <a16:creationId xmlns:a16="http://schemas.microsoft.com/office/drawing/2014/main" id="{797B433A-D8AF-EC3F-561E-4C9828B1810C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48" name="Google Shape;133;p12">
                <a:extLst>
                  <a:ext uri="{FF2B5EF4-FFF2-40B4-BE49-F238E27FC236}">
                    <a16:creationId xmlns:a16="http://schemas.microsoft.com/office/drawing/2014/main" id="{1535CE54-2D7E-3B2C-EC11-B4F13949989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34;p12">
                <a:extLst>
                  <a:ext uri="{FF2B5EF4-FFF2-40B4-BE49-F238E27FC236}">
                    <a16:creationId xmlns:a16="http://schemas.microsoft.com/office/drawing/2014/main" id="{36327A79-DF62-7A1D-92A8-B28DE62895F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135;p12">
              <a:extLst>
                <a:ext uri="{FF2B5EF4-FFF2-40B4-BE49-F238E27FC236}">
                  <a16:creationId xmlns:a16="http://schemas.microsoft.com/office/drawing/2014/main" id="{05352EE4-0F76-FA6F-84FA-EA2939A2EA50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46" name="Google Shape;136;p12">
                <a:extLst>
                  <a:ext uri="{FF2B5EF4-FFF2-40B4-BE49-F238E27FC236}">
                    <a16:creationId xmlns:a16="http://schemas.microsoft.com/office/drawing/2014/main" id="{0D05A212-17CB-5F9F-1AFA-1319D3F2F94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37;p12">
                <a:extLst>
                  <a:ext uri="{FF2B5EF4-FFF2-40B4-BE49-F238E27FC236}">
                    <a16:creationId xmlns:a16="http://schemas.microsoft.com/office/drawing/2014/main" id="{1710A849-1637-EE2F-6F42-56C5A4DABFF1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138;p12">
            <a:extLst>
              <a:ext uri="{FF2B5EF4-FFF2-40B4-BE49-F238E27FC236}">
                <a16:creationId xmlns:a16="http://schemas.microsoft.com/office/drawing/2014/main" id="{0ADF9F89-5F1C-C03D-FD96-9DC43321E815}"/>
              </a:ext>
            </a:extLst>
          </p:cNvPr>
          <p:cNvGrpSpPr/>
          <p:nvPr/>
        </p:nvGrpSpPr>
        <p:grpSpPr>
          <a:xfrm>
            <a:off x="-5336473" y="5688845"/>
            <a:ext cx="2025563" cy="2025563"/>
            <a:chOff x="0" y="0"/>
            <a:chExt cx="2700751" cy="2700751"/>
          </a:xfrm>
        </p:grpSpPr>
        <p:grpSp>
          <p:nvGrpSpPr>
            <p:cNvPr id="51" name="Google Shape;139;p12">
              <a:extLst>
                <a:ext uri="{FF2B5EF4-FFF2-40B4-BE49-F238E27FC236}">
                  <a16:creationId xmlns:a16="http://schemas.microsoft.com/office/drawing/2014/main" id="{1FFA0DD9-C77C-C638-955E-89DE43E81C2E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55" name="Google Shape;140;p12">
                <a:extLst>
                  <a:ext uri="{FF2B5EF4-FFF2-40B4-BE49-F238E27FC236}">
                    <a16:creationId xmlns:a16="http://schemas.microsoft.com/office/drawing/2014/main" id="{DDC0072D-4CF2-A097-D099-80CFD8D9F3A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41;p12">
                <a:extLst>
                  <a:ext uri="{FF2B5EF4-FFF2-40B4-BE49-F238E27FC236}">
                    <a16:creationId xmlns:a16="http://schemas.microsoft.com/office/drawing/2014/main" id="{DC659389-678E-BCA1-E7E7-D02828E459B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" name="Google Shape;142;p12">
              <a:extLst>
                <a:ext uri="{FF2B5EF4-FFF2-40B4-BE49-F238E27FC236}">
                  <a16:creationId xmlns:a16="http://schemas.microsoft.com/office/drawing/2014/main" id="{C291E823-73F7-F2B8-0448-A4F91879AC51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53" name="Google Shape;143;p12">
                <a:extLst>
                  <a:ext uri="{FF2B5EF4-FFF2-40B4-BE49-F238E27FC236}">
                    <a16:creationId xmlns:a16="http://schemas.microsoft.com/office/drawing/2014/main" id="{D7AA36F3-1329-5E59-2398-189BDA79B69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44;p12">
                <a:extLst>
                  <a:ext uri="{FF2B5EF4-FFF2-40B4-BE49-F238E27FC236}">
                    <a16:creationId xmlns:a16="http://schemas.microsoft.com/office/drawing/2014/main" id="{5A163E1B-9250-3F77-BF84-6EB4495736C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" name="Google Shape;154;p12">
            <a:extLst>
              <a:ext uri="{FF2B5EF4-FFF2-40B4-BE49-F238E27FC236}">
                <a16:creationId xmlns:a16="http://schemas.microsoft.com/office/drawing/2014/main" id="{8EDF77DA-E996-F0E9-86E6-F3E20B4C62FB}"/>
              </a:ext>
            </a:extLst>
          </p:cNvPr>
          <p:cNvSpPr txBox="1"/>
          <p:nvPr/>
        </p:nvSpPr>
        <p:spPr>
          <a:xfrm>
            <a:off x="-12314607" y="8209708"/>
            <a:ext cx="4226966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PROJECT</a:t>
            </a:r>
            <a:endParaRPr dirty="0"/>
          </a:p>
        </p:txBody>
      </p:sp>
      <p:sp>
        <p:nvSpPr>
          <p:cNvPr id="58" name="Google Shape;155;p12">
            <a:extLst>
              <a:ext uri="{FF2B5EF4-FFF2-40B4-BE49-F238E27FC236}">
                <a16:creationId xmlns:a16="http://schemas.microsoft.com/office/drawing/2014/main" id="{6069DB37-100A-A600-42B8-33AB19F1E72B}"/>
              </a:ext>
            </a:extLst>
          </p:cNvPr>
          <p:cNvSpPr txBox="1"/>
          <p:nvPr/>
        </p:nvSpPr>
        <p:spPr>
          <a:xfrm>
            <a:off x="-11854161" y="9247933"/>
            <a:ext cx="3306074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Use Case Diagrams, UI design diagrams</a:t>
            </a:r>
            <a:endParaRPr dirty="0"/>
          </a:p>
        </p:txBody>
      </p:sp>
      <p:sp>
        <p:nvSpPr>
          <p:cNvPr id="59" name="Google Shape;156;p12">
            <a:extLst>
              <a:ext uri="{FF2B5EF4-FFF2-40B4-BE49-F238E27FC236}">
                <a16:creationId xmlns:a16="http://schemas.microsoft.com/office/drawing/2014/main" id="{2BFA9AFA-493B-FF40-0683-85A35DD1B158}"/>
              </a:ext>
            </a:extLst>
          </p:cNvPr>
          <p:cNvSpPr txBox="1"/>
          <p:nvPr/>
        </p:nvSpPr>
        <p:spPr>
          <a:xfrm>
            <a:off x="-18174466" y="8209708"/>
            <a:ext cx="4316809" cy="58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INTRODUCTION</a:t>
            </a:r>
            <a:endParaRPr/>
          </a:p>
        </p:txBody>
      </p:sp>
      <p:sp>
        <p:nvSpPr>
          <p:cNvPr id="60" name="Google Shape;157;p12">
            <a:extLst>
              <a:ext uri="{FF2B5EF4-FFF2-40B4-BE49-F238E27FC236}">
                <a16:creationId xmlns:a16="http://schemas.microsoft.com/office/drawing/2014/main" id="{E8A5D2D0-15D8-C7BD-06AD-0F220542F8BB}"/>
              </a:ext>
            </a:extLst>
          </p:cNvPr>
          <p:cNvSpPr txBox="1"/>
          <p:nvPr/>
        </p:nvSpPr>
        <p:spPr>
          <a:xfrm>
            <a:off x="-17732057" y="9247933"/>
            <a:ext cx="33060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Need, Requirements</a:t>
            </a:r>
            <a:endParaRPr dirty="0"/>
          </a:p>
        </p:txBody>
      </p:sp>
      <p:sp>
        <p:nvSpPr>
          <p:cNvPr id="61" name="Google Shape;158;p12">
            <a:extLst>
              <a:ext uri="{FF2B5EF4-FFF2-40B4-BE49-F238E27FC236}">
                <a16:creationId xmlns:a16="http://schemas.microsoft.com/office/drawing/2014/main" id="{687B74D1-ABA4-F8D6-E09A-47A558DD23E5}"/>
              </a:ext>
            </a:extLst>
          </p:cNvPr>
          <p:cNvSpPr txBox="1"/>
          <p:nvPr/>
        </p:nvSpPr>
        <p:spPr>
          <a:xfrm>
            <a:off x="-17091338" y="6101321"/>
            <a:ext cx="2025563" cy="108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01</a:t>
            </a:r>
            <a:endParaRPr/>
          </a:p>
        </p:txBody>
      </p:sp>
      <p:sp>
        <p:nvSpPr>
          <p:cNvPr id="62" name="Google Shape;159;p12">
            <a:extLst>
              <a:ext uri="{FF2B5EF4-FFF2-40B4-BE49-F238E27FC236}">
                <a16:creationId xmlns:a16="http://schemas.microsoft.com/office/drawing/2014/main" id="{037E8481-5B25-3AA5-9825-3C10CC505792}"/>
              </a:ext>
            </a:extLst>
          </p:cNvPr>
          <p:cNvSpPr txBox="1"/>
          <p:nvPr/>
        </p:nvSpPr>
        <p:spPr>
          <a:xfrm>
            <a:off x="-11213211" y="6101321"/>
            <a:ext cx="2025563" cy="108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</a:t>
            </a:r>
            <a:endParaRPr/>
          </a:p>
        </p:txBody>
      </p:sp>
      <p:sp>
        <p:nvSpPr>
          <p:cNvPr id="63" name="Google Shape;160;p12">
            <a:extLst>
              <a:ext uri="{FF2B5EF4-FFF2-40B4-BE49-F238E27FC236}">
                <a16:creationId xmlns:a16="http://schemas.microsoft.com/office/drawing/2014/main" id="{BB93545D-4AD2-5670-DC4A-11D1630C6A7D}"/>
              </a:ext>
            </a:extLst>
          </p:cNvPr>
          <p:cNvSpPr txBox="1"/>
          <p:nvPr/>
        </p:nvSpPr>
        <p:spPr>
          <a:xfrm>
            <a:off x="-5336010" y="6101321"/>
            <a:ext cx="2025563" cy="108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03</a:t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1444505" y="2667192"/>
            <a:ext cx="109386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0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COURIER-WALA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A427533F-DCF6-DA62-B78E-D549D746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>
            <a:extLst>
              <a:ext uri="{FF2B5EF4-FFF2-40B4-BE49-F238E27FC236}">
                <a16:creationId xmlns:a16="http://schemas.microsoft.com/office/drawing/2014/main" id="{28D968AE-8BE3-4637-6FBE-80A1589F67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412856" y="6777272"/>
            <a:ext cx="13206702" cy="52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1">
            <a:extLst>
              <a:ext uri="{FF2B5EF4-FFF2-40B4-BE49-F238E27FC236}">
                <a16:creationId xmlns:a16="http://schemas.microsoft.com/office/drawing/2014/main" id="{DD9F0A54-85F5-6A8E-6511-DB24B2DA3C5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0260024">
            <a:off x="11514729" y="-3180290"/>
            <a:ext cx="10133125" cy="701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1">
            <a:extLst>
              <a:ext uri="{FF2B5EF4-FFF2-40B4-BE49-F238E27FC236}">
                <a16:creationId xmlns:a16="http://schemas.microsoft.com/office/drawing/2014/main" id="{6834AA7F-1675-F3A4-D4F3-DC5FB4FD0E4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226891">
            <a:off x="-2566484" y="-3173294"/>
            <a:ext cx="10729374" cy="104971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1">
            <a:extLst>
              <a:ext uri="{FF2B5EF4-FFF2-40B4-BE49-F238E27FC236}">
                <a16:creationId xmlns:a16="http://schemas.microsoft.com/office/drawing/2014/main" id="{EBE09B3E-7DE0-9B34-E681-3A239FFDC2A2}"/>
              </a:ext>
            </a:extLst>
          </p:cNvPr>
          <p:cNvGrpSpPr/>
          <p:nvPr/>
        </p:nvGrpSpPr>
        <p:grpSpPr>
          <a:xfrm>
            <a:off x="12015679" y="-191520"/>
            <a:ext cx="284460" cy="94997"/>
            <a:chOff x="0" y="0"/>
            <a:chExt cx="812800" cy="812800"/>
          </a:xfrm>
        </p:grpSpPr>
        <p:sp>
          <p:nvSpPr>
            <p:cNvPr id="90" name="Google Shape;90;p11">
              <a:extLst>
                <a:ext uri="{FF2B5EF4-FFF2-40B4-BE49-F238E27FC236}">
                  <a16:creationId xmlns:a16="http://schemas.microsoft.com/office/drawing/2014/main" id="{BDB6442A-B6E0-E18E-32D4-7AF61185B1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6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1">
              <a:extLst>
                <a:ext uri="{FF2B5EF4-FFF2-40B4-BE49-F238E27FC236}">
                  <a16:creationId xmlns:a16="http://schemas.microsoft.com/office/drawing/2014/main" id="{955B890E-0899-221D-DEB2-A569A8DE56A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11">
            <a:extLst>
              <a:ext uri="{FF2B5EF4-FFF2-40B4-BE49-F238E27FC236}">
                <a16:creationId xmlns:a16="http://schemas.microsoft.com/office/drawing/2014/main" id="{F1614F72-A4D3-0ACF-C12B-7D2F382F29C8}"/>
              </a:ext>
            </a:extLst>
          </p:cNvPr>
          <p:cNvGrpSpPr/>
          <p:nvPr/>
        </p:nvGrpSpPr>
        <p:grpSpPr>
          <a:xfrm>
            <a:off x="12131985" y="-295080"/>
            <a:ext cx="246289" cy="82249"/>
            <a:chOff x="0" y="0"/>
            <a:chExt cx="812800" cy="812800"/>
          </a:xfrm>
        </p:grpSpPr>
        <p:sp>
          <p:nvSpPr>
            <p:cNvPr id="93" name="Google Shape;93;p11">
              <a:extLst>
                <a:ext uri="{FF2B5EF4-FFF2-40B4-BE49-F238E27FC236}">
                  <a16:creationId xmlns:a16="http://schemas.microsoft.com/office/drawing/2014/main" id="{5FFAFFF0-6D26-5465-062D-1EE0CED6540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>
              <a:extLst>
                <a:ext uri="{FF2B5EF4-FFF2-40B4-BE49-F238E27FC236}">
                  <a16:creationId xmlns:a16="http://schemas.microsoft.com/office/drawing/2014/main" id="{A7CFD3F4-044F-F584-B793-240E7FDC4AD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1">
            <a:extLst>
              <a:ext uri="{FF2B5EF4-FFF2-40B4-BE49-F238E27FC236}">
                <a16:creationId xmlns:a16="http://schemas.microsoft.com/office/drawing/2014/main" id="{B992B942-F94F-A2E0-ED63-6B1948BF802C}"/>
              </a:ext>
            </a:extLst>
          </p:cNvPr>
          <p:cNvSpPr txBox="1"/>
          <p:nvPr/>
        </p:nvSpPr>
        <p:spPr>
          <a:xfrm>
            <a:off x="-8779156" y="1975140"/>
            <a:ext cx="7086634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0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SMILE-DOOT</a:t>
            </a:r>
            <a:endParaRPr dirty="0"/>
          </a:p>
        </p:txBody>
      </p:sp>
      <p:sp>
        <p:nvSpPr>
          <p:cNvPr id="96" name="Google Shape;96;p11">
            <a:extLst>
              <a:ext uri="{FF2B5EF4-FFF2-40B4-BE49-F238E27FC236}">
                <a16:creationId xmlns:a16="http://schemas.microsoft.com/office/drawing/2014/main" id="{8AB17E07-D677-5D6F-9DF3-843A0A19BF08}"/>
              </a:ext>
            </a:extLst>
          </p:cNvPr>
          <p:cNvSpPr/>
          <p:nvPr/>
        </p:nvSpPr>
        <p:spPr>
          <a:xfrm rot="16774068">
            <a:off x="5206226" y="1267015"/>
            <a:ext cx="1334079" cy="978325"/>
          </a:xfrm>
          <a:custGeom>
            <a:avLst/>
            <a:gdLst/>
            <a:ahLst/>
            <a:cxnLst/>
            <a:rect l="l" t="t" r="r" b="b"/>
            <a:pathLst>
              <a:path w="1334079" h="978325" extrusionOk="0">
                <a:moveTo>
                  <a:pt x="0" y="0"/>
                </a:moveTo>
                <a:lnTo>
                  <a:pt x="1334079" y="0"/>
                </a:lnTo>
                <a:lnTo>
                  <a:pt x="1334079" y="978324"/>
                </a:lnTo>
                <a:lnTo>
                  <a:pt x="0" y="9783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35126" t="-409075" r="-670504" b="-732389"/>
            </a:stretch>
          </a:blipFill>
          <a:ln>
            <a:noFill/>
          </a:ln>
        </p:spPr>
      </p:sp>
      <p:sp>
        <p:nvSpPr>
          <p:cNvPr id="97" name="Google Shape;97;p11">
            <a:extLst>
              <a:ext uri="{FF2B5EF4-FFF2-40B4-BE49-F238E27FC236}">
                <a16:creationId xmlns:a16="http://schemas.microsoft.com/office/drawing/2014/main" id="{04ED9DCE-18A1-8B77-965C-29AF18DB1725}"/>
              </a:ext>
            </a:extLst>
          </p:cNvPr>
          <p:cNvSpPr/>
          <p:nvPr/>
        </p:nvSpPr>
        <p:spPr>
          <a:xfrm rot="6702489">
            <a:off x="15546671" y="1556738"/>
            <a:ext cx="703277" cy="515737"/>
          </a:xfrm>
          <a:custGeom>
            <a:avLst/>
            <a:gdLst/>
            <a:ahLst/>
            <a:cxnLst/>
            <a:rect l="l" t="t" r="r" b="b"/>
            <a:pathLst>
              <a:path w="703277" h="515737" extrusionOk="0">
                <a:moveTo>
                  <a:pt x="0" y="0"/>
                </a:moveTo>
                <a:lnTo>
                  <a:pt x="703277" y="0"/>
                </a:lnTo>
                <a:lnTo>
                  <a:pt x="703277" y="515737"/>
                </a:lnTo>
                <a:lnTo>
                  <a:pt x="0" y="515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235126" t="-409075" r="-670504" b="-732389"/>
            </a:stretch>
          </a:blipFill>
          <a:ln>
            <a:noFill/>
          </a:ln>
        </p:spPr>
      </p:sp>
      <p:grpSp>
        <p:nvGrpSpPr>
          <p:cNvPr id="98" name="Google Shape;98;p11">
            <a:extLst>
              <a:ext uri="{FF2B5EF4-FFF2-40B4-BE49-F238E27FC236}">
                <a16:creationId xmlns:a16="http://schemas.microsoft.com/office/drawing/2014/main" id="{44D1D59B-8C15-CA99-BE6A-F656E06ED0A3}"/>
              </a:ext>
            </a:extLst>
          </p:cNvPr>
          <p:cNvGrpSpPr/>
          <p:nvPr/>
        </p:nvGrpSpPr>
        <p:grpSpPr>
          <a:xfrm rot="20608543">
            <a:off x="-7345653" y="3944269"/>
            <a:ext cx="7140932" cy="1026849"/>
            <a:chOff x="0" y="-47625"/>
            <a:chExt cx="1880727" cy="270444"/>
          </a:xfrm>
        </p:grpSpPr>
        <p:sp>
          <p:nvSpPr>
            <p:cNvPr id="99" name="Google Shape;99;p11">
              <a:extLst>
                <a:ext uri="{FF2B5EF4-FFF2-40B4-BE49-F238E27FC236}">
                  <a16:creationId xmlns:a16="http://schemas.microsoft.com/office/drawing/2014/main" id="{F84EFB23-ACF1-E717-33C6-74F4C4E09BC3}"/>
                </a:ext>
              </a:extLst>
            </p:cNvPr>
            <p:cNvSpPr/>
            <p:nvPr/>
          </p:nvSpPr>
          <p:spPr>
            <a:xfrm>
              <a:off x="0" y="0"/>
              <a:ext cx="1880727" cy="222819"/>
            </a:xfrm>
            <a:custGeom>
              <a:avLst/>
              <a:gdLst/>
              <a:ahLst/>
              <a:cxnLst/>
              <a:rect l="l" t="t" r="r" b="b"/>
              <a:pathLst>
                <a:path w="1880727" h="222819" extrusionOk="0">
                  <a:moveTo>
                    <a:pt x="55293" y="0"/>
                  </a:moveTo>
                  <a:lnTo>
                    <a:pt x="1825434" y="0"/>
                  </a:lnTo>
                  <a:cubicBezTo>
                    <a:pt x="1855971" y="0"/>
                    <a:pt x="1880727" y="24755"/>
                    <a:pt x="1880727" y="55293"/>
                  </a:cubicBezTo>
                  <a:lnTo>
                    <a:pt x="1880727" y="167527"/>
                  </a:lnTo>
                  <a:cubicBezTo>
                    <a:pt x="1880727" y="198064"/>
                    <a:pt x="1855971" y="222819"/>
                    <a:pt x="1825434" y="222819"/>
                  </a:cubicBezTo>
                  <a:lnTo>
                    <a:pt x="55293" y="222819"/>
                  </a:lnTo>
                  <a:cubicBezTo>
                    <a:pt x="24755" y="222819"/>
                    <a:pt x="0" y="198064"/>
                    <a:pt x="0" y="167527"/>
                  </a:cubicBezTo>
                  <a:lnTo>
                    <a:pt x="0" y="55293"/>
                  </a:lnTo>
                  <a:cubicBezTo>
                    <a:pt x="0" y="24755"/>
                    <a:pt x="24755" y="0"/>
                    <a:pt x="55293" y="0"/>
                  </a:cubicBezTo>
                  <a:close/>
                </a:path>
              </a:pathLst>
            </a:custGeom>
            <a:solidFill>
              <a:srgbClr val="946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1">
              <a:extLst>
                <a:ext uri="{FF2B5EF4-FFF2-40B4-BE49-F238E27FC236}">
                  <a16:creationId xmlns:a16="http://schemas.microsoft.com/office/drawing/2014/main" id="{2980F18E-8380-9F09-53C4-4736F54A7482}"/>
                </a:ext>
              </a:extLst>
            </p:cNvPr>
            <p:cNvSpPr txBox="1"/>
            <p:nvPr/>
          </p:nvSpPr>
          <p:spPr>
            <a:xfrm>
              <a:off x="0" y="-47625"/>
              <a:ext cx="1880727" cy="270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1">
            <a:extLst>
              <a:ext uri="{FF2B5EF4-FFF2-40B4-BE49-F238E27FC236}">
                <a16:creationId xmlns:a16="http://schemas.microsoft.com/office/drawing/2014/main" id="{63281D41-1140-BBA2-32FA-6F2D1CB83FB3}"/>
              </a:ext>
            </a:extLst>
          </p:cNvPr>
          <p:cNvGrpSpPr/>
          <p:nvPr/>
        </p:nvGrpSpPr>
        <p:grpSpPr>
          <a:xfrm rot="5225800">
            <a:off x="3133841" y="8042644"/>
            <a:ext cx="890341" cy="890341"/>
            <a:chOff x="0" y="0"/>
            <a:chExt cx="812800" cy="812800"/>
          </a:xfrm>
        </p:grpSpPr>
        <p:sp>
          <p:nvSpPr>
            <p:cNvPr id="102" name="Google Shape;102;p11">
              <a:extLst>
                <a:ext uri="{FF2B5EF4-FFF2-40B4-BE49-F238E27FC236}">
                  <a16:creationId xmlns:a16="http://schemas.microsoft.com/office/drawing/2014/main" id="{51328764-3357-E7E8-828F-35BDAB88403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7A7A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03;p11">
              <a:extLst>
                <a:ext uri="{FF2B5EF4-FFF2-40B4-BE49-F238E27FC236}">
                  <a16:creationId xmlns:a16="http://schemas.microsoft.com/office/drawing/2014/main" id="{6E13B08E-B2FA-B061-1F4B-55937C22FCC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1">
            <a:extLst>
              <a:ext uri="{FF2B5EF4-FFF2-40B4-BE49-F238E27FC236}">
                <a16:creationId xmlns:a16="http://schemas.microsoft.com/office/drawing/2014/main" id="{8A9F57FD-F75B-FA22-5C39-89BFAF432756}"/>
              </a:ext>
            </a:extLst>
          </p:cNvPr>
          <p:cNvGrpSpPr/>
          <p:nvPr/>
        </p:nvGrpSpPr>
        <p:grpSpPr>
          <a:xfrm>
            <a:off x="-4101110" y="-852962"/>
            <a:ext cx="703277" cy="703277"/>
            <a:chOff x="0" y="0"/>
            <a:chExt cx="812800" cy="812800"/>
          </a:xfrm>
        </p:grpSpPr>
        <p:sp>
          <p:nvSpPr>
            <p:cNvPr id="105" name="Google Shape;105;p11">
              <a:extLst>
                <a:ext uri="{FF2B5EF4-FFF2-40B4-BE49-F238E27FC236}">
                  <a16:creationId xmlns:a16="http://schemas.microsoft.com/office/drawing/2014/main" id="{70D1FCFF-C0E2-45CD-F2F5-C36D4FC8F30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1">
              <a:extLst>
                <a:ext uri="{FF2B5EF4-FFF2-40B4-BE49-F238E27FC236}">
                  <a16:creationId xmlns:a16="http://schemas.microsoft.com/office/drawing/2014/main" id="{34BBFA4F-B84F-E463-14F1-CB332586ACE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1">
            <a:extLst>
              <a:ext uri="{FF2B5EF4-FFF2-40B4-BE49-F238E27FC236}">
                <a16:creationId xmlns:a16="http://schemas.microsoft.com/office/drawing/2014/main" id="{7AF010B6-EB64-3DD0-161F-E765333C5A7E}"/>
              </a:ext>
            </a:extLst>
          </p:cNvPr>
          <p:cNvGrpSpPr/>
          <p:nvPr/>
        </p:nvGrpSpPr>
        <p:grpSpPr>
          <a:xfrm>
            <a:off x="10874558" y="4070102"/>
            <a:ext cx="609507" cy="609507"/>
            <a:chOff x="0" y="0"/>
            <a:chExt cx="812800" cy="812800"/>
          </a:xfrm>
        </p:grpSpPr>
        <p:sp>
          <p:nvSpPr>
            <p:cNvPr id="108" name="Google Shape;108;p11">
              <a:extLst>
                <a:ext uri="{FF2B5EF4-FFF2-40B4-BE49-F238E27FC236}">
                  <a16:creationId xmlns:a16="http://schemas.microsoft.com/office/drawing/2014/main" id="{6621ABC2-504E-9097-1480-F3A3C5DA0D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>
              <a:extLst>
                <a:ext uri="{FF2B5EF4-FFF2-40B4-BE49-F238E27FC236}">
                  <a16:creationId xmlns:a16="http://schemas.microsoft.com/office/drawing/2014/main" id="{E829047B-09AE-D752-DDDC-DA1ED135BC3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1">
            <a:extLst>
              <a:ext uri="{FF2B5EF4-FFF2-40B4-BE49-F238E27FC236}">
                <a16:creationId xmlns:a16="http://schemas.microsoft.com/office/drawing/2014/main" id="{5BFD6BD9-D5E9-A817-3863-018ECAD704CB}"/>
              </a:ext>
            </a:extLst>
          </p:cNvPr>
          <p:cNvSpPr txBox="1"/>
          <p:nvPr/>
        </p:nvSpPr>
        <p:spPr>
          <a:xfrm rot="10017716">
            <a:off x="-6500806" y="5235966"/>
            <a:ext cx="6381900" cy="73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 Efficient Courier Service</a:t>
            </a:r>
            <a:endParaRPr dirty="0"/>
          </a:p>
        </p:txBody>
      </p:sp>
      <p:pic>
        <p:nvPicPr>
          <p:cNvPr id="111" name="Google Shape;111;p11">
            <a:extLst>
              <a:ext uri="{FF2B5EF4-FFF2-40B4-BE49-F238E27FC236}">
                <a16:creationId xmlns:a16="http://schemas.microsoft.com/office/drawing/2014/main" id="{8C642450-EF8A-4133-9047-08A017C4C0AF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982292" y="2378952"/>
            <a:ext cx="8184901" cy="741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>
            <a:extLst>
              <a:ext uri="{FF2B5EF4-FFF2-40B4-BE49-F238E27FC236}">
                <a16:creationId xmlns:a16="http://schemas.microsoft.com/office/drawing/2014/main" id="{764A8884-4707-F122-E05B-46790986133C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1772402">
            <a:off x="-830264" y="6015623"/>
            <a:ext cx="890325" cy="65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>
            <a:extLst>
              <a:ext uri="{FF2B5EF4-FFF2-40B4-BE49-F238E27FC236}">
                <a16:creationId xmlns:a16="http://schemas.microsoft.com/office/drawing/2014/main" id="{1275C55D-3BA4-3EBC-AF9F-040113EFA8CE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3911339">
            <a:off x="2738366" y="-435879"/>
            <a:ext cx="1334075" cy="974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>
            <a:extLst>
              <a:ext uri="{FF2B5EF4-FFF2-40B4-BE49-F238E27FC236}">
                <a16:creationId xmlns:a16="http://schemas.microsoft.com/office/drawing/2014/main" id="{D83D7A08-4738-89B2-8C1A-ABFDE1A3F021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383105" y="-443651"/>
            <a:ext cx="163868" cy="639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1;p12">
            <a:extLst>
              <a:ext uri="{FF2B5EF4-FFF2-40B4-BE49-F238E27FC236}">
                <a16:creationId xmlns:a16="http://schemas.microsoft.com/office/drawing/2014/main" id="{3A08CB8C-4532-04EC-145B-1805F004B38E}"/>
              </a:ext>
            </a:extLst>
          </p:cNvPr>
          <p:cNvSpPr txBox="1"/>
          <p:nvPr/>
        </p:nvSpPr>
        <p:spPr>
          <a:xfrm>
            <a:off x="13592018" y="5794711"/>
            <a:ext cx="2858829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Database</a:t>
            </a:r>
            <a:endParaRPr dirty="0"/>
          </a:p>
        </p:txBody>
      </p:sp>
      <p:sp>
        <p:nvSpPr>
          <p:cNvPr id="3" name="Google Shape;122;p12">
            <a:extLst>
              <a:ext uri="{FF2B5EF4-FFF2-40B4-BE49-F238E27FC236}">
                <a16:creationId xmlns:a16="http://schemas.microsoft.com/office/drawing/2014/main" id="{F423F7B4-743A-8FC8-E26D-179EBC4DAF59}"/>
              </a:ext>
            </a:extLst>
          </p:cNvPr>
          <p:cNvSpPr txBox="1"/>
          <p:nvPr/>
        </p:nvSpPr>
        <p:spPr>
          <a:xfrm>
            <a:off x="13368396" y="6832936"/>
            <a:ext cx="33060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ER Diagram</a:t>
            </a:r>
            <a:endParaRPr dirty="0"/>
          </a:p>
        </p:txBody>
      </p:sp>
      <p:sp>
        <p:nvSpPr>
          <p:cNvPr id="4" name="Google Shape;123;p12">
            <a:extLst>
              <a:ext uri="{FF2B5EF4-FFF2-40B4-BE49-F238E27FC236}">
                <a16:creationId xmlns:a16="http://schemas.microsoft.com/office/drawing/2014/main" id="{632E2CE0-78A4-A2E6-6593-3F1758A63D8D}"/>
              </a:ext>
            </a:extLst>
          </p:cNvPr>
          <p:cNvSpPr txBox="1"/>
          <p:nvPr/>
        </p:nvSpPr>
        <p:spPr>
          <a:xfrm>
            <a:off x="1113615" y="1111673"/>
            <a:ext cx="12478403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TABLE OF CONTENTS</a:t>
            </a:r>
            <a:endParaRPr dirty="0"/>
          </a:p>
        </p:txBody>
      </p:sp>
      <p:grpSp>
        <p:nvGrpSpPr>
          <p:cNvPr id="5" name="Google Shape;124;p12">
            <a:extLst>
              <a:ext uri="{FF2B5EF4-FFF2-40B4-BE49-F238E27FC236}">
                <a16:creationId xmlns:a16="http://schemas.microsoft.com/office/drawing/2014/main" id="{D1C117C7-A5D3-3256-AD09-20A36767EB28}"/>
              </a:ext>
            </a:extLst>
          </p:cNvPr>
          <p:cNvGrpSpPr/>
          <p:nvPr/>
        </p:nvGrpSpPr>
        <p:grpSpPr>
          <a:xfrm>
            <a:off x="2253323" y="3273848"/>
            <a:ext cx="2025563" cy="2025563"/>
            <a:chOff x="0" y="0"/>
            <a:chExt cx="2700751" cy="2700751"/>
          </a:xfrm>
        </p:grpSpPr>
        <p:grpSp>
          <p:nvGrpSpPr>
            <p:cNvPr id="6" name="Google Shape;125;p12">
              <a:extLst>
                <a:ext uri="{FF2B5EF4-FFF2-40B4-BE49-F238E27FC236}">
                  <a16:creationId xmlns:a16="http://schemas.microsoft.com/office/drawing/2014/main" id="{5746400D-F7D1-A785-64DA-DCB4AB81844B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10" name="Google Shape;126;p12">
                <a:extLst>
                  <a:ext uri="{FF2B5EF4-FFF2-40B4-BE49-F238E27FC236}">
                    <a16:creationId xmlns:a16="http://schemas.microsoft.com/office/drawing/2014/main" id="{0FBF5B48-7A41-5B6D-8125-82C8F6D77E9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7;p12">
                <a:extLst>
                  <a:ext uri="{FF2B5EF4-FFF2-40B4-BE49-F238E27FC236}">
                    <a16:creationId xmlns:a16="http://schemas.microsoft.com/office/drawing/2014/main" id="{266785EC-4FD8-29FE-9DE2-0236F5240C2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28;p12">
              <a:extLst>
                <a:ext uri="{FF2B5EF4-FFF2-40B4-BE49-F238E27FC236}">
                  <a16:creationId xmlns:a16="http://schemas.microsoft.com/office/drawing/2014/main" id="{4C7267E0-6FF1-C383-9194-DE489E2CC047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8" name="Google Shape;129;p12">
                <a:extLst>
                  <a:ext uri="{FF2B5EF4-FFF2-40B4-BE49-F238E27FC236}">
                    <a16:creationId xmlns:a16="http://schemas.microsoft.com/office/drawing/2014/main" id="{95041BB7-FD7A-148D-F756-3A4454B7621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30;p12">
                <a:extLst>
                  <a:ext uri="{FF2B5EF4-FFF2-40B4-BE49-F238E27FC236}">
                    <a16:creationId xmlns:a16="http://schemas.microsoft.com/office/drawing/2014/main" id="{4C9C8D5E-55DF-6D7D-FEA4-54CD7D5EA33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" name="Google Shape;131;p12">
            <a:extLst>
              <a:ext uri="{FF2B5EF4-FFF2-40B4-BE49-F238E27FC236}">
                <a16:creationId xmlns:a16="http://schemas.microsoft.com/office/drawing/2014/main" id="{C5FBCF1A-4234-4E28-3817-1E5ACF63C0D8}"/>
              </a:ext>
            </a:extLst>
          </p:cNvPr>
          <p:cNvGrpSpPr/>
          <p:nvPr/>
        </p:nvGrpSpPr>
        <p:grpSpPr>
          <a:xfrm>
            <a:off x="8133318" y="3273848"/>
            <a:ext cx="2025563" cy="2025563"/>
            <a:chOff x="0" y="0"/>
            <a:chExt cx="2700751" cy="2700751"/>
          </a:xfrm>
        </p:grpSpPr>
        <p:grpSp>
          <p:nvGrpSpPr>
            <p:cNvPr id="13" name="Google Shape;132;p12">
              <a:extLst>
                <a:ext uri="{FF2B5EF4-FFF2-40B4-BE49-F238E27FC236}">
                  <a16:creationId xmlns:a16="http://schemas.microsoft.com/office/drawing/2014/main" id="{20D4EDD0-FFD1-882D-2FED-FCA360F4C631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17" name="Google Shape;133;p12">
                <a:extLst>
                  <a:ext uri="{FF2B5EF4-FFF2-40B4-BE49-F238E27FC236}">
                    <a16:creationId xmlns:a16="http://schemas.microsoft.com/office/drawing/2014/main" id="{6051FFC3-8441-8F69-4FB1-6A893FB0EB5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34;p12">
                <a:extLst>
                  <a:ext uri="{FF2B5EF4-FFF2-40B4-BE49-F238E27FC236}">
                    <a16:creationId xmlns:a16="http://schemas.microsoft.com/office/drawing/2014/main" id="{17DEA16F-E521-389F-5E8F-3472715D1B21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35;p12">
              <a:extLst>
                <a:ext uri="{FF2B5EF4-FFF2-40B4-BE49-F238E27FC236}">
                  <a16:creationId xmlns:a16="http://schemas.microsoft.com/office/drawing/2014/main" id="{AE4ED3E9-DDF0-66A0-B95F-CBAEC414A02F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15" name="Google Shape;136;p12">
                <a:extLst>
                  <a:ext uri="{FF2B5EF4-FFF2-40B4-BE49-F238E27FC236}">
                    <a16:creationId xmlns:a16="http://schemas.microsoft.com/office/drawing/2014/main" id="{0365D93C-DB04-2336-DF84-4118A573BB1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37;p12">
                <a:extLst>
                  <a:ext uri="{FF2B5EF4-FFF2-40B4-BE49-F238E27FC236}">
                    <a16:creationId xmlns:a16="http://schemas.microsoft.com/office/drawing/2014/main" id="{D36FB07E-5779-1CCB-DD0C-822E9D0DB70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" name="Google Shape;138;p12">
            <a:extLst>
              <a:ext uri="{FF2B5EF4-FFF2-40B4-BE49-F238E27FC236}">
                <a16:creationId xmlns:a16="http://schemas.microsoft.com/office/drawing/2014/main" id="{FE70D89C-F53B-A9E3-871D-D6B94B0F780C}"/>
              </a:ext>
            </a:extLst>
          </p:cNvPr>
          <p:cNvGrpSpPr/>
          <p:nvPr/>
        </p:nvGrpSpPr>
        <p:grpSpPr>
          <a:xfrm>
            <a:off x="14008651" y="3273848"/>
            <a:ext cx="2025563" cy="2025563"/>
            <a:chOff x="0" y="0"/>
            <a:chExt cx="2700751" cy="2700751"/>
          </a:xfrm>
        </p:grpSpPr>
        <p:grpSp>
          <p:nvGrpSpPr>
            <p:cNvPr id="20" name="Google Shape;139;p12">
              <a:extLst>
                <a:ext uri="{FF2B5EF4-FFF2-40B4-BE49-F238E27FC236}">
                  <a16:creationId xmlns:a16="http://schemas.microsoft.com/office/drawing/2014/main" id="{4BA1771F-6497-E29F-C1E0-35BB51279601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24" name="Google Shape;140;p12">
                <a:extLst>
                  <a:ext uri="{FF2B5EF4-FFF2-40B4-BE49-F238E27FC236}">
                    <a16:creationId xmlns:a16="http://schemas.microsoft.com/office/drawing/2014/main" id="{E03846D2-1BF0-559F-4802-C2B92E48592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41;p12">
                <a:extLst>
                  <a:ext uri="{FF2B5EF4-FFF2-40B4-BE49-F238E27FC236}">
                    <a16:creationId xmlns:a16="http://schemas.microsoft.com/office/drawing/2014/main" id="{A6AFB2A5-4D61-DD93-965A-C97A10894DE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142;p12">
              <a:extLst>
                <a:ext uri="{FF2B5EF4-FFF2-40B4-BE49-F238E27FC236}">
                  <a16:creationId xmlns:a16="http://schemas.microsoft.com/office/drawing/2014/main" id="{33478530-6A1A-45E4-D34A-E63DEFBE5BCD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22" name="Google Shape;143;p12">
                <a:extLst>
                  <a:ext uri="{FF2B5EF4-FFF2-40B4-BE49-F238E27FC236}">
                    <a16:creationId xmlns:a16="http://schemas.microsoft.com/office/drawing/2014/main" id="{27749148-E484-70C9-75CC-9C1EE590F0D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44;p12">
                <a:extLst>
                  <a:ext uri="{FF2B5EF4-FFF2-40B4-BE49-F238E27FC236}">
                    <a16:creationId xmlns:a16="http://schemas.microsoft.com/office/drawing/2014/main" id="{AB4EFFEC-0691-0886-9D69-556FED6FA12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" name="Google Shape;154;p12">
            <a:extLst>
              <a:ext uri="{FF2B5EF4-FFF2-40B4-BE49-F238E27FC236}">
                <a16:creationId xmlns:a16="http://schemas.microsoft.com/office/drawing/2014/main" id="{83D16B72-CF8B-DFF2-C892-423478257BAD}"/>
              </a:ext>
            </a:extLst>
          </p:cNvPr>
          <p:cNvSpPr txBox="1"/>
          <p:nvPr/>
        </p:nvSpPr>
        <p:spPr>
          <a:xfrm>
            <a:off x="7030517" y="5794711"/>
            <a:ext cx="4226966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PROJECT</a:t>
            </a:r>
            <a:endParaRPr dirty="0"/>
          </a:p>
        </p:txBody>
      </p:sp>
      <p:sp>
        <p:nvSpPr>
          <p:cNvPr id="27" name="Google Shape;155;p12">
            <a:extLst>
              <a:ext uri="{FF2B5EF4-FFF2-40B4-BE49-F238E27FC236}">
                <a16:creationId xmlns:a16="http://schemas.microsoft.com/office/drawing/2014/main" id="{B3F47EC2-EC57-B1E7-02C5-9A312C8956E0}"/>
              </a:ext>
            </a:extLst>
          </p:cNvPr>
          <p:cNvSpPr txBox="1"/>
          <p:nvPr/>
        </p:nvSpPr>
        <p:spPr>
          <a:xfrm>
            <a:off x="7490963" y="6832936"/>
            <a:ext cx="3306074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Use Case Diagrams, UI design diagrams</a:t>
            </a:r>
            <a:endParaRPr dirty="0"/>
          </a:p>
        </p:txBody>
      </p:sp>
      <p:sp>
        <p:nvSpPr>
          <p:cNvPr id="28" name="Google Shape;156;p12">
            <a:extLst>
              <a:ext uri="{FF2B5EF4-FFF2-40B4-BE49-F238E27FC236}">
                <a16:creationId xmlns:a16="http://schemas.microsoft.com/office/drawing/2014/main" id="{29892449-002C-8832-B622-FE3275394801}"/>
              </a:ext>
            </a:extLst>
          </p:cNvPr>
          <p:cNvSpPr txBox="1"/>
          <p:nvPr/>
        </p:nvSpPr>
        <p:spPr>
          <a:xfrm>
            <a:off x="1170658" y="5794711"/>
            <a:ext cx="4316809" cy="58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INTRODUCTION</a:t>
            </a:r>
            <a:endParaRPr/>
          </a:p>
        </p:txBody>
      </p:sp>
      <p:sp>
        <p:nvSpPr>
          <p:cNvPr id="29" name="Google Shape;157;p12">
            <a:extLst>
              <a:ext uri="{FF2B5EF4-FFF2-40B4-BE49-F238E27FC236}">
                <a16:creationId xmlns:a16="http://schemas.microsoft.com/office/drawing/2014/main" id="{B1CEB561-A3C4-9537-F399-C110D229B53F}"/>
              </a:ext>
            </a:extLst>
          </p:cNvPr>
          <p:cNvSpPr txBox="1"/>
          <p:nvPr/>
        </p:nvSpPr>
        <p:spPr>
          <a:xfrm>
            <a:off x="1613067" y="6832936"/>
            <a:ext cx="330607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Need, Requirements</a:t>
            </a:r>
            <a:endParaRPr dirty="0"/>
          </a:p>
        </p:txBody>
      </p:sp>
      <p:sp>
        <p:nvSpPr>
          <p:cNvPr id="30" name="Google Shape;158;p12">
            <a:extLst>
              <a:ext uri="{FF2B5EF4-FFF2-40B4-BE49-F238E27FC236}">
                <a16:creationId xmlns:a16="http://schemas.microsoft.com/office/drawing/2014/main" id="{06FED6EE-1034-3598-E370-6FA4969421CB}"/>
              </a:ext>
            </a:extLst>
          </p:cNvPr>
          <p:cNvSpPr txBox="1"/>
          <p:nvPr/>
        </p:nvSpPr>
        <p:spPr>
          <a:xfrm>
            <a:off x="2253786" y="3686324"/>
            <a:ext cx="2025563" cy="108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01</a:t>
            </a:r>
            <a:endParaRPr/>
          </a:p>
        </p:txBody>
      </p:sp>
      <p:sp>
        <p:nvSpPr>
          <p:cNvPr id="31" name="Google Shape;159;p12">
            <a:extLst>
              <a:ext uri="{FF2B5EF4-FFF2-40B4-BE49-F238E27FC236}">
                <a16:creationId xmlns:a16="http://schemas.microsoft.com/office/drawing/2014/main" id="{467544F4-118D-4DB4-553D-DA1DD872104E}"/>
              </a:ext>
            </a:extLst>
          </p:cNvPr>
          <p:cNvSpPr txBox="1"/>
          <p:nvPr/>
        </p:nvSpPr>
        <p:spPr>
          <a:xfrm>
            <a:off x="8131913" y="3686324"/>
            <a:ext cx="2025563" cy="1384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</a:t>
            </a:r>
            <a:endParaRPr/>
          </a:p>
        </p:txBody>
      </p:sp>
      <p:sp>
        <p:nvSpPr>
          <p:cNvPr id="32" name="Google Shape;160;p12">
            <a:extLst>
              <a:ext uri="{FF2B5EF4-FFF2-40B4-BE49-F238E27FC236}">
                <a16:creationId xmlns:a16="http://schemas.microsoft.com/office/drawing/2014/main" id="{59B8DC1D-F01F-19AE-6169-672E1D2A56E5}"/>
              </a:ext>
            </a:extLst>
          </p:cNvPr>
          <p:cNvSpPr txBox="1"/>
          <p:nvPr/>
        </p:nvSpPr>
        <p:spPr>
          <a:xfrm>
            <a:off x="14009114" y="3686324"/>
            <a:ext cx="2025563" cy="1384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671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80900" y="5148977"/>
            <a:ext cx="7484475" cy="71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19500" y="-2289625"/>
            <a:ext cx="12136223" cy="7039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3452951" y="1942964"/>
            <a:ext cx="96420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0" i="0" u="none" strike="noStrike" cap="none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INTRODUCTION</a:t>
            </a:r>
            <a:endParaRPr/>
          </a:p>
        </p:txBody>
      </p:sp>
      <p:grpSp>
        <p:nvGrpSpPr>
          <p:cNvPr id="170" name="Google Shape;170;p13"/>
          <p:cNvGrpSpPr/>
          <p:nvPr/>
        </p:nvGrpSpPr>
        <p:grpSpPr>
          <a:xfrm>
            <a:off x="1028700" y="1558066"/>
            <a:ext cx="2025563" cy="2025563"/>
            <a:chOff x="0" y="0"/>
            <a:chExt cx="2700751" cy="2700751"/>
          </a:xfrm>
        </p:grpSpPr>
        <p:grpSp>
          <p:nvGrpSpPr>
            <p:cNvPr id="171" name="Google Shape;171;p13"/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172" name="Google Shape;172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p13"/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175" name="Google Shape;175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8" name="Google Shape;178;p13"/>
          <p:cNvGrpSpPr/>
          <p:nvPr/>
        </p:nvGrpSpPr>
        <p:grpSpPr>
          <a:xfrm>
            <a:off x="1378634" y="5417730"/>
            <a:ext cx="635380" cy="635380"/>
            <a:chOff x="0" y="0"/>
            <a:chExt cx="812800" cy="812800"/>
          </a:xfrm>
        </p:grpSpPr>
        <p:sp>
          <p:nvSpPr>
            <p:cNvPr id="179" name="Google Shape;17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9468AC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3"/>
          <p:cNvGrpSpPr/>
          <p:nvPr/>
        </p:nvGrpSpPr>
        <p:grpSpPr>
          <a:xfrm>
            <a:off x="13493259" y="2427305"/>
            <a:ext cx="374582" cy="374582"/>
            <a:chOff x="0" y="0"/>
            <a:chExt cx="812800" cy="812800"/>
          </a:xfrm>
        </p:grpSpPr>
        <p:sp>
          <p:nvSpPr>
            <p:cNvPr id="182" name="Google Shape;18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3"/>
          <p:cNvSpPr/>
          <p:nvPr/>
        </p:nvSpPr>
        <p:spPr>
          <a:xfrm>
            <a:off x="16362731" y="5480575"/>
            <a:ext cx="780731" cy="572536"/>
          </a:xfrm>
          <a:custGeom>
            <a:avLst/>
            <a:gdLst/>
            <a:ahLst/>
            <a:cxnLst/>
            <a:rect l="l" t="t" r="r" b="b"/>
            <a:pathLst>
              <a:path w="780731" h="572536" extrusionOk="0">
                <a:moveTo>
                  <a:pt x="0" y="0"/>
                </a:moveTo>
                <a:lnTo>
                  <a:pt x="780731" y="0"/>
                </a:lnTo>
                <a:lnTo>
                  <a:pt x="780731" y="572536"/>
                </a:lnTo>
                <a:lnTo>
                  <a:pt x="0" y="5725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35126" t="-409075" r="-670504" b="-732389"/>
            </a:stretch>
          </a:blipFill>
          <a:ln>
            <a:noFill/>
          </a:ln>
        </p:spPr>
      </p:sp>
      <p:sp>
        <p:nvSpPr>
          <p:cNvPr id="185" name="Google Shape;185;p13"/>
          <p:cNvSpPr txBox="1"/>
          <p:nvPr/>
        </p:nvSpPr>
        <p:spPr>
          <a:xfrm>
            <a:off x="1029163" y="1970543"/>
            <a:ext cx="2025563" cy="108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01</a:t>
            </a:r>
            <a:endParaRPr/>
          </a:p>
        </p:txBody>
      </p:sp>
      <p:cxnSp>
        <p:nvCxnSpPr>
          <p:cNvPr id="186" name="Google Shape;186;p13"/>
          <p:cNvCxnSpPr/>
          <p:nvPr/>
        </p:nvCxnSpPr>
        <p:spPr>
          <a:xfrm>
            <a:off x="10767060" y="9829146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7" name="Google Shape;18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19500" y="1601225"/>
            <a:ext cx="5239800" cy="823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945601" y="806262"/>
            <a:ext cx="865191" cy="63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876376" y="278370"/>
            <a:ext cx="1240550" cy="911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6042" y="8292027"/>
            <a:ext cx="1240550" cy="906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78;p18">
            <a:extLst>
              <a:ext uri="{FF2B5EF4-FFF2-40B4-BE49-F238E27FC236}">
                <a16:creationId xmlns:a16="http://schemas.microsoft.com/office/drawing/2014/main" id="{3D25CF3E-842A-5646-163E-B997222C7082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2316592" y="4079808"/>
            <a:ext cx="3471122" cy="63006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3200" y="-3678475"/>
            <a:ext cx="10078424" cy="986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865400" y="7763725"/>
            <a:ext cx="13389783" cy="532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5"/>
          <p:cNvSpPr txBox="1"/>
          <p:nvPr/>
        </p:nvSpPr>
        <p:spPr>
          <a:xfrm>
            <a:off x="954958" y="1504492"/>
            <a:ext cx="6569400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Team</a:t>
            </a:r>
            <a:endParaRPr dirty="0"/>
          </a:p>
        </p:txBody>
      </p:sp>
      <p:sp>
        <p:nvSpPr>
          <p:cNvPr id="213" name="Google Shape;213;p15"/>
          <p:cNvSpPr txBox="1"/>
          <p:nvPr/>
        </p:nvSpPr>
        <p:spPr>
          <a:xfrm>
            <a:off x="1028700" y="7173164"/>
            <a:ext cx="45841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WHAT WE DO? 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954958" y="3256720"/>
            <a:ext cx="45841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WHO WE ARE?</a:t>
            </a:r>
            <a:endParaRPr dirty="0"/>
          </a:p>
        </p:txBody>
      </p:sp>
      <p:sp>
        <p:nvSpPr>
          <p:cNvPr id="215" name="Google Shape;215;p15"/>
          <p:cNvSpPr txBox="1"/>
          <p:nvPr/>
        </p:nvSpPr>
        <p:spPr>
          <a:xfrm>
            <a:off x="1059664" y="4092188"/>
            <a:ext cx="4584125" cy="25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Prashantkumar Dudhmal</a:t>
            </a:r>
          </a:p>
          <a:p>
            <a:pPr marL="285750" marR="0" lvl="0" indent="-28575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Om Kharmate</a:t>
            </a:r>
          </a:p>
          <a:p>
            <a:pPr marL="285750" marR="0" lvl="0" indent="-28575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Harshwardhan Rode</a:t>
            </a:r>
          </a:p>
          <a:p>
            <a:pPr marL="285750" marR="0" lvl="0" indent="-28575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Sujay Gangan</a:t>
            </a:r>
          </a:p>
          <a:p>
            <a:pPr marL="285750" marR="0" lvl="0" indent="-28575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Omkar Mane</a:t>
            </a:r>
            <a:endParaRPr dirty="0"/>
          </a:p>
        </p:txBody>
      </p:sp>
      <p:sp>
        <p:nvSpPr>
          <p:cNvPr id="216" name="Google Shape;216;p15"/>
          <p:cNvSpPr txBox="1"/>
          <p:nvPr/>
        </p:nvSpPr>
        <p:spPr>
          <a:xfrm>
            <a:off x="1028700" y="7967168"/>
            <a:ext cx="458412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We deliver you parcel across the globe.</a:t>
            </a:r>
            <a:endParaRPr dirty="0"/>
          </a:p>
        </p:txBody>
      </p:sp>
      <p:grpSp>
        <p:nvGrpSpPr>
          <p:cNvPr id="217" name="Google Shape;217;p15"/>
          <p:cNvGrpSpPr/>
          <p:nvPr/>
        </p:nvGrpSpPr>
        <p:grpSpPr>
          <a:xfrm>
            <a:off x="15950759" y="801215"/>
            <a:ext cx="703277" cy="703277"/>
            <a:chOff x="0" y="0"/>
            <a:chExt cx="812800" cy="812800"/>
          </a:xfrm>
        </p:grpSpPr>
        <p:sp>
          <p:nvSpPr>
            <p:cNvPr id="218" name="Google Shape;218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5"/>
          <p:cNvGrpSpPr/>
          <p:nvPr/>
        </p:nvGrpSpPr>
        <p:grpSpPr>
          <a:xfrm>
            <a:off x="4741021" y="6187407"/>
            <a:ext cx="541579" cy="541579"/>
            <a:chOff x="0" y="0"/>
            <a:chExt cx="812800" cy="812800"/>
          </a:xfrm>
        </p:grpSpPr>
        <p:sp>
          <p:nvSpPr>
            <p:cNvPr id="221" name="Google Shape;221;p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3" name="Google Shape;22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2825" y="8980375"/>
            <a:ext cx="1120119" cy="81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13275" y="1504513"/>
            <a:ext cx="8477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654075" y="4313563"/>
            <a:ext cx="1120125" cy="82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76463" y="2796532"/>
            <a:ext cx="7740425" cy="749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9588" y="8168050"/>
            <a:ext cx="19307177" cy="769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880324" y="-509651"/>
            <a:ext cx="7178824" cy="74895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18"/>
          <p:cNvGrpSpPr/>
          <p:nvPr/>
        </p:nvGrpSpPr>
        <p:grpSpPr>
          <a:xfrm>
            <a:off x="1028700" y="2279488"/>
            <a:ext cx="2025563" cy="2025563"/>
            <a:chOff x="0" y="0"/>
            <a:chExt cx="2700751" cy="2700751"/>
          </a:xfrm>
        </p:grpSpPr>
        <p:grpSp>
          <p:nvGrpSpPr>
            <p:cNvPr id="358" name="Google Shape;358;p18"/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359" name="Google Shape;35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1" name="Google Shape;361;p18"/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362" name="Google Shape;36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4" name="Google Shape;364;p18"/>
          <p:cNvGrpSpPr/>
          <p:nvPr/>
        </p:nvGrpSpPr>
        <p:grpSpPr>
          <a:xfrm>
            <a:off x="7813484" y="8344423"/>
            <a:ext cx="635366" cy="635366"/>
            <a:chOff x="0" y="0"/>
            <a:chExt cx="812800" cy="812800"/>
          </a:xfrm>
        </p:grpSpPr>
        <p:sp>
          <p:nvSpPr>
            <p:cNvPr id="365" name="Google Shape;36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7A7A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18"/>
          <p:cNvSpPr/>
          <p:nvPr/>
        </p:nvSpPr>
        <p:spPr>
          <a:xfrm>
            <a:off x="13800106" y="2279488"/>
            <a:ext cx="540827" cy="396606"/>
          </a:xfrm>
          <a:custGeom>
            <a:avLst/>
            <a:gdLst/>
            <a:ahLst/>
            <a:cxnLst/>
            <a:rect l="l" t="t" r="r" b="b"/>
            <a:pathLst>
              <a:path w="540827" h="396606" extrusionOk="0">
                <a:moveTo>
                  <a:pt x="0" y="0"/>
                </a:moveTo>
                <a:lnTo>
                  <a:pt x="540827" y="0"/>
                </a:lnTo>
                <a:lnTo>
                  <a:pt x="540827" y="396606"/>
                </a:lnTo>
                <a:lnTo>
                  <a:pt x="0" y="396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35126" t="-409075" r="-670504" b="-732389"/>
            </a:stretch>
          </a:blipFill>
          <a:ln>
            <a:noFill/>
          </a:ln>
        </p:spPr>
      </p:sp>
      <p:grpSp>
        <p:nvGrpSpPr>
          <p:cNvPr id="368" name="Google Shape;368;p18"/>
          <p:cNvGrpSpPr/>
          <p:nvPr/>
        </p:nvGrpSpPr>
        <p:grpSpPr>
          <a:xfrm>
            <a:off x="9809603" y="1495813"/>
            <a:ext cx="703277" cy="703277"/>
            <a:chOff x="0" y="0"/>
            <a:chExt cx="812800" cy="812800"/>
          </a:xfrm>
        </p:grpSpPr>
        <p:sp>
          <p:nvSpPr>
            <p:cNvPr id="369" name="Google Shape;36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ECE6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8"/>
          <p:cNvGrpSpPr/>
          <p:nvPr/>
        </p:nvGrpSpPr>
        <p:grpSpPr>
          <a:xfrm>
            <a:off x="1028700" y="657484"/>
            <a:ext cx="703277" cy="703277"/>
            <a:chOff x="0" y="0"/>
            <a:chExt cx="812800" cy="812800"/>
          </a:xfrm>
        </p:grpSpPr>
        <p:sp>
          <p:nvSpPr>
            <p:cNvPr id="372" name="Google Shape;37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8"/>
          <p:cNvSpPr txBox="1"/>
          <p:nvPr/>
        </p:nvSpPr>
        <p:spPr>
          <a:xfrm>
            <a:off x="3509261" y="2627760"/>
            <a:ext cx="9243821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0" i="0" u="none" strike="noStrike" cap="none" dirty="0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PROJECT</a:t>
            </a:r>
            <a:endParaRPr dirty="0"/>
          </a:p>
        </p:txBody>
      </p:sp>
      <p:sp>
        <p:nvSpPr>
          <p:cNvPr id="375" name="Google Shape;375;p18"/>
          <p:cNvSpPr txBox="1"/>
          <p:nvPr/>
        </p:nvSpPr>
        <p:spPr>
          <a:xfrm>
            <a:off x="1029163" y="2691964"/>
            <a:ext cx="2025563" cy="1086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26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02</a:t>
            </a:r>
            <a:endParaRPr/>
          </a:p>
        </p:txBody>
      </p:sp>
      <p:cxnSp>
        <p:nvCxnSpPr>
          <p:cNvPr id="376" name="Google Shape;376;p18"/>
          <p:cNvCxnSpPr/>
          <p:nvPr/>
        </p:nvCxnSpPr>
        <p:spPr>
          <a:xfrm>
            <a:off x="10767060" y="10271524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7" name="Google Shape;377;p18"/>
          <p:cNvSpPr txBox="1"/>
          <p:nvPr/>
        </p:nvSpPr>
        <p:spPr>
          <a:xfrm>
            <a:off x="3509261" y="4266951"/>
            <a:ext cx="7003500" cy="25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 dirty="0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In our dynamic organization, we take great pride in the diverse array of projects we undertake. From innovative technological solutions to creative marketing campaigns, our projects span a wide range of industries and disciplines. Each project is approached with enthusiasm, dedication, and a commitment to excellence.</a:t>
            </a:r>
            <a:endParaRPr dirty="0"/>
          </a:p>
        </p:txBody>
      </p:sp>
      <p:pic>
        <p:nvPicPr>
          <p:cNvPr id="378" name="Google Shape;37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63825" y="2170782"/>
            <a:ext cx="4674324" cy="8159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340923" y="657469"/>
            <a:ext cx="1240550" cy="904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800000">
            <a:off x="2786677" y="8803434"/>
            <a:ext cx="1591700" cy="11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28075" y="7354805"/>
            <a:ext cx="13826048" cy="550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2824" y="-3467100"/>
            <a:ext cx="10508602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19"/>
          <p:cNvGrpSpPr/>
          <p:nvPr/>
        </p:nvGrpSpPr>
        <p:grpSpPr>
          <a:xfrm>
            <a:off x="1028700" y="3305684"/>
            <a:ext cx="2025563" cy="2025563"/>
            <a:chOff x="0" y="0"/>
            <a:chExt cx="2700751" cy="2700751"/>
          </a:xfrm>
        </p:grpSpPr>
        <p:grpSp>
          <p:nvGrpSpPr>
            <p:cNvPr id="388" name="Google Shape;388;p19"/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389" name="Google Shape;38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391;p19"/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392" name="Google Shape;39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4" name="Google Shape;394;p19"/>
          <p:cNvGrpSpPr/>
          <p:nvPr/>
        </p:nvGrpSpPr>
        <p:grpSpPr>
          <a:xfrm>
            <a:off x="7368695" y="5786412"/>
            <a:ext cx="541579" cy="541579"/>
            <a:chOff x="0" y="0"/>
            <a:chExt cx="812800" cy="812800"/>
          </a:xfrm>
        </p:grpSpPr>
        <p:sp>
          <p:nvSpPr>
            <p:cNvPr id="395" name="Google Shape;39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19"/>
          <p:cNvGrpSpPr/>
          <p:nvPr/>
        </p:nvGrpSpPr>
        <p:grpSpPr>
          <a:xfrm>
            <a:off x="1028700" y="6871740"/>
            <a:ext cx="2025563" cy="2025563"/>
            <a:chOff x="0" y="0"/>
            <a:chExt cx="2700751" cy="2700751"/>
          </a:xfrm>
        </p:grpSpPr>
        <p:grpSp>
          <p:nvGrpSpPr>
            <p:cNvPr id="398" name="Google Shape;398;p19"/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399" name="Google Shape;39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9144000" y="6871740"/>
            <a:ext cx="2025563" cy="2025563"/>
            <a:chOff x="0" y="0"/>
            <a:chExt cx="2700751" cy="2700751"/>
          </a:xfrm>
        </p:grpSpPr>
        <p:grpSp>
          <p:nvGrpSpPr>
            <p:cNvPr id="405" name="Google Shape;405;p19"/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406" name="Google Shape;40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8" name="Google Shape;408;p19"/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409" name="Google Shape;40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1" name="Google Shape;411;p19"/>
          <p:cNvGrpSpPr/>
          <p:nvPr/>
        </p:nvGrpSpPr>
        <p:grpSpPr>
          <a:xfrm>
            <a:off x="9144000" y="3305684"/>
            <a:ext cx="2025563" cy="2025563"/>
            <a:chOff x="0" y="0"/>
            <a:chExt cx="2700751" cy="2700751"/>
          </a:xfrm>
        </p:grpSpPr>
        <p:grpSp>
          <p:nvGrpSpPr>
            <p:cNvPr id="412" name="Google Shape;412;p19"/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413" name="Google Shape;41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9"/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416" name="Google Shape;41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8" name="Google Shape;418;p19"/>
          <p:cNvSpPr/>
          <p:nvPr/>
        </p:nvSpPr>
        <p:spPr>
          <a:xfrm>
            <a:off x="-2238890" y="4807718"/>
            <a:ext cx="1045951" cy="1059435"/>
          </a:xfrm>
          <a:custGeom>
            <a:avLst/>
            <a:gdLst/>
            <a:ahLst/>
            <a:cxnLst/>
            <a:rect l="l" t="t" r="r" b="b"/>
            <a:pathLst>
              <a:path w="1045951" h="1059435" extrusionOk="0">
                <a:moveTo>
                  <a:pt x="0" y="0"/>
                </a:moveTo>
                <a:lnTo>
                  <a:pt x="1045951" y="0"/>
                </a:lnTo>
                <a:lnTo>
                  <a:pt x="1045951" y="1059435"/>
                </a:lnTo>
                <a:lnTo>
                  <a:pt x="0" y="1059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9" name="Google Shape;419;p19"/>
          <p:cNvSpPr/>
          <p:nvPr/>
        </p:nvSpPr>
        <p:spPr>
          <a:xfrm>
            <a:off x="-3060929" y="2959261"/>
            <a:ext cx="1107749" cy="1049340"/>
          </a:xfrm>
          <a:custGeom>
            <a:avLst/>
            <a:gdLst/>
            <a:ahLst/>
            <a:cxnLst/>
            <a:rect l="l" t="t" r="r" b="b"/>
            <a:pathLst>
              <a:path w="1107749" h="1049340" extrusionOk="0">
                <a:moveTo>
                  <a:pt x="0" y="0"/>
                </a:moveTo>
                <a:lnTo>
                  <a:pt x="1107749" y="0"/>
                </a:lnTo>
                <a:lnTo>
                  <a:pt x="1107749" y="1049341"/>
                </a:lnTo>
                <a:lnTo>
                  <a:pt x="0" y="1049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0" name="Google Shape;420;p19"/>
          <p:cNvSpPr/>
          <p:nvPr/>
        </p:nvSpPr>
        <p:spPr>
          <a:xfrm>
            <a:off x="-3166842" y="5918626"/>
            <a:ext cx="1150673" cy="1150673"/>
          </a:xfrm>
          <a:custGeom>
            <a:avLst/>
            <a:gdLst/>
            <a:ahLst/>
            <a:cxnLst/>
            <a:rect l="l" t="t" r="r" b="b"/>
            <a:pathLst>
              <a:path w="1150673" h="1150673" extrusionOk="0">
                <a:moveTo>
                  <a:pt x="0" y="0"/>
                </a:moveTo>
                <a:lnTo>
                  <a:pt x="1150673" y="0"/>
                </a:lnTo>
                <a:lnTo>
                  <a:pt x="1150673" y="1150674"/>
                </a:lnTo>
                <a:lnTo>
                  <a:pt x="0" y="115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21" name="Google Shape;421;p19"/>
          <p:cNvSpPr txBox="1"/>
          <p:nvPr/>
        </p:nvSpPr>
        <p:spPr>
          <a:xfrm>
            <a:off x="1028700" y="1028700"/>
            <a:ext cx="10613937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0" i="0" u="none" strike="noStrike" cap="none">
                <a:solidFill>
                  <a:srgbClr val="674678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WHAT WE OFFER</a:t>
            </a:r>
            <a:endParaRPr/>
          </a:p>
        </p:txBody>
      </p:sp>
      <p:sp>
        <p:nvSpPr>
          <p:cNvPr id="422" name="Google Shape;422;p19"/>
          <p:cNvSpPr txBox="1"/>
          <p:nvPr/>
        </p:nvSpPr>
        <p:spPr>
          <a:xfrm>
            <a:off x="3388578" y="3639333"/>
            <a:ext cx="4432915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Express Parcel</a:t>
            </a:r>
            <a:endParaRPr dirty="0"/>
          </a:p>
        </p:txBody>
      </p:sp>
      <p:sp>
        <p:nvSpPr>
          <p:cNvPr id="423" name="Google Shape;423;p19"/>
          <p:cNvSpPr txBox="1"/>
          <p:nvPr/>
        </p:nvSpPr>
        <p:spPr>
          <a:xfrm>
            <a:off x="11502938" y="3639333"/>
            <a:ext cx="4618444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 err="1">
                <a:solidFill>
                  <a:srgbClr val="674678"/>
                </a:solidFill>
                <a:latin typeface="Montserrat Black"/>
                <a:sym typeface="Montserrat Black"/>
              </a:rPr>
              <a:t>InCity</a:t>
            </a: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 Parcel</a:t>
            </a:r>
            <a:endParaRPr dirty="0"/>
          </a:p>
        </p:txBody>
      </p:sp>
      <p:sp>
        <p:nvSpPr>
          <p:cNvPr id="424" name="Google Shape;424;p19"/>
          <p:cNvSpPr txBox="1"/>
          <p:nvPr/>
        </p:nvSpPr>
        <p:spPr>
          <a:xfrm>
            <a:off x="3388578" y="7205389"/>
            <a:ext cx="4432915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Domestic</a:t>
            </a:r>
            <a:endParaRPr dirty="0"/>
          </a:p>
        </p:txBody>
      </p:sp>
      <p:sp>
        <p:nvSpPr>
          <p:cNvPr id="425" name="Google Shape;425;p19"/>
          <p:cNvSpPr txBox="1"/>
          <p:nvPr/>
        </p:nvSpPr>
        <p:spPr>
          <a:xfrm>
            <a:off x="11538777" y="7205389"/>
            <a:ext cx="4618444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 err="1">
                <a:solidFill>
                  <a:srgbClr val="674678"/>
                </a:solidFill>
                <a:latin typeface="Montserrat Black"/>
                <a:sym typeface="Montserrat Black"/>
              </a:rPr>
              <a:t>WareHousing</a:t>
            </a:r>
            <a:endParaRPr dirty="0"/>
          </a:p>
        </p:txBody>
      </p:sp>
      <p:sp>
        <p:nvSpPr>
          <p:cNvPr id="426" name="Google Shape;426;p19"/>
          <p:cNvSpPr txBox="1"/>
          <p:nvPr/>
        </p:nvSpPr>
        <p:spPr>
          <a:xfrm>
            <a:off x="3388578" y="4358183"/>
            <a:ext cx="387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sp>
        <p:nvSpPr>
          <p:cNvPr id="427" name="Google Shape;427;p19"/>
          <p:cNvSpPr txBox="1"/>
          <p:nvPr/>
        </p:nvSpPr>
        <p:spPr>
          <a:xfrm>
            <a:off x="11502938" y="4446765"/>
            <a:ext cx="387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sp>
        <p:nvSpPr>
          <p:cNvPr id="428" name="Google Shape;428;p19"/>
          <p:cNvSpPr txBox="1"/>
          <p:nvPr/>
        </p:nvSpPr>
        <p:spPr>
          <a:xfrm>
            <a:off x="3388578" y="8012821"/>
            <a:ext cx="398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sp>
        <p:nvSpPr>
          <p:cNvPr id="429" name="Google Shape;429;p19"/>
          <p:cNvSpPr txBox="1"/>
          <p:nvPr/>
        </p:nvSpPr>
        <p:spPr>
          <a:xfrm>
            <a:off x="11538777" y="8012821"/>
            <a:ext cx="398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grpSp>
        <p:nvGrpSpPr>
          <p:cNvPr id="430" name="Google Shape;430;p19"/>
          <p:cNvGrpSpPr/>
          <p:nvPr/>
        </p:nvGrpSpPr>
        <p:grpSpPr>
          <a:xfrm>
            <a:off x="15950759" y="801215"/>
            <a:ext cx="703277" cy="703277"/>
            <a:chOff x="0" y="0"/>
            <a:chExt cx="812800" cy="812800"/>
          </a:xfrm>
        </p:grpSpPr>
        <p:sp>
          <p:nvSpPr>
            <p:cNvPr id="431" name="Google Shape;43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654075" y="3606649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823625" y="2069431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66500" y="9231059"/>
            <a:ext cx="1045950" cy="77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6716E4-8E3E-3B1E-3326-FB0CC131AB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4570" y="7238087"/>
            <a:ext cx="1201016" cy="1152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789579-A957-5983-97D6-75872AF7B2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9019" y="3503243"/>
            <a:ext cx="1392874" cy="12636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EC9CD3-C033-22DE-51CA-300971FD39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9747" y="3943278"/>
            <a:ext cx="1156836" cy="857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4048F7-F9BC-A70D-E9D3-1CA57E0D36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7721" y="7354805"/>
            <a:ext cx="1018120" cy="1164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F7866-DC54-EE65-14F8-E5126C3FB1F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6362011" y="-100950"/>
            <a:ext cx="15027648" cy="9657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1858F02D-E7D5-3EA5-C1E4-455E7EA8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EB89414F-CCB2-C110-CFD8-52FCE49300C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63852">
            <a:off x="-8277382" y="11110962"/>
            <a:ext cx="11344482" cy="400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01CBE1BF-EE78-E422-0ABE-30E2B1EBAFF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08752">
            <a:off x="11610178" y="-4754457"/>
            <a:ext cx="10508602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19">
            <a:extLst>
              <a:ext uri="{FF2B5EF4-FFF2-40B4-BE49-F238E27FC236}">
                <a16:creationId xmlns:a16="http://schemas.microsoft.com/office/drawing/2014/main" id="{2F95CBA9-09EB-B90B-8D40-8538B28F8E06}"/>
              </a:ext>
            </a:extLst>
          </p:cNvPr>
          <p:cNvGrpSpPr/>
          <p:nvPr/>
        </p:nvGrpSpPr>
        <p:grpSpPr>
          <a:xfrm>
            <a:off x="-3154530" y="2970257"/>
            <a:ext cx="783475" cy="2025563"/>
            <a:chOff x="0" y="0"/>
            <a:chExt cx="2700751" cy="2700751"/>
          </a:xfrm>
        </p:grpSpPr>
        <p:grpSp>
          <p:nvGrpSpPr>
            <p:cNvPr id="388" name="Google Shape;388;p19">
              <a:extLst>
                <a:ext uri="{FF2B5EF4-FFF2-40B4-BE49-F238E27FC236}">
                  <a16:creationId xmlns:a16="http://schemas.microsoft.com/office/drawing/2014/main" id="{D07A7EF9-4B89-A089-4B56-74E6D7C72D88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389" name="Google Shape;389;p19">
                <a:extLst>
                  <a:ext uri="{FF2B5EF4-FFF2-40B4-BE49-F238E27FC236}">
                    <a16:creationId xmlns:a16="http://schemas.microsoft.com/office/drawing/2014/main" id="{F77A7F85-B248-16FD-D21D-2C151EFD42E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>
                <a:extLst>
                  <a:ext uri="{FF2B5EF4-FFF2-40B4-BE49-F238E27FC236}">
                    <a16:creationId xmlns:a16="http://schemas.microsoft.com/office/drawing/2014/main" id="{C88E978A-3704-7B24-1EBB-15F52AEAE65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391;p19">
              <a:extLst>
                <a:ext uri="{FF2B5EF4-FFF2-40B4-BE49-F238E27FC236}">
                  <a16:creationId xmlns:a16="http://schemas.microsoft.com/office/drawing/2014/main" id="{AB331606-C222-BC4E-FFEB-5EBA06CBB68F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392" name="Google Shape;392;p19">
                <a:extLst>
                  <a:ext uri="{FF2B5EF4-FFF2-40B4-BE49-F238E27FC236}">
                    <a16:creationId xmlns:a16="http://schemas.microsoft.com/office/drawing/2014/main" id="{EA35516F-22EC-532D-E1C3-8C5E12CC22A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>
                <a:extLst>
                  <a:ext uri="{FF2B5EF4-FFF2-40B4-BE49-F238E27FC236}">
                    <a16:creationId xmlns:a16="http://schemas.microsoft.com/office/drawing/2014/main" id="{A66DDC38-99C7-6CD5-5CD2-672256FB551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52EAE61F-9B15-16EC-84F6-7CA0183E49FF}"/>
              </a:ext>
            </a:extLst>
          </p:cNvPr>
          <p:cNvGrpSpPr/>
          <p:nvPr/>
        </p:nvGrpSpPr>
        <p:grpSpPr>
          <a:xfrm>
            <a:off x="7368695" y="5786412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4C2F1FCC-2FB0-91DA-2580-3AC56BF8A03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2CAA739B-04D8-7C45-2832-ED56EC41AF19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19">
            <a:extLst>
              <a:ext uri="{FF2B5EF4-FFF2-40B4-BE49-F238E27FC236}">
                <a16:creationId xmlns:a16="http://schemas.microsoft.com/office/drawing/2014/main" id="{1E8B25F7-E98C-70B9-0D50-A28D1C2B612E}"/>
              </a:ext>
            </a:extLst>
          </p:cNvPr>
          <p:cNvGrpSpPr/>
          <p:nvPr/>
        </p:nvGrpSpPr>
        <p:grpSpPr>
          <a:xfrm>
            <a:off x="1117481" y="10925653"/>
            <a:ext cx="2025563" cy="2025563"/>
            <a:chOff x="0" y="0"/>
            <a:chExt cx="2700751" cy="2700751"/>
          </a:xfrm>
        </p:grpSpPr>
        <p:grpSp>
          <p:nvGrpSpPr>
            <p:cNvPr id="398" name="Google Shape;398;p19">
              <a:extLst>
                <a:ext uri="{FF2B5EF4-FFF2-40B4-BE49-F238E27FC236}">
                  <a16:creationId xmlns:a16="http://schemas.microsoft.com/office/drawing/2014/main" id="{FD9BF7C2-EC2D-41A8-18DE-763DB14F5E95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399" name="Google Shape;399;p19">
                <a:extLst>
                  <a:ext uri="{FF2B5EF4-FFF2-40B4-BE49-F238E27FC236}">
                    <a16:creationId xmlns:a16="http://schemas.microsoft.com/office/drawing/2014/main" id="{11DF363A-3F55-3E8B-E7F5-F2BDCAA7F2B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>
                <a:extLst>
                  <a:ext uri="{FF2B5EF4-FFF2-40B4-BE49-F238E27FC236}">
                    <a16:creationId xmlns:a16="http://schemas.microsoft.com/office/drawing/2014/main" id="{30C603A3-F9D5-61BC-3A4B-D64F9E6AF7A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" name="Google Shape;401;p19">
              <a:extLst>
                <a:ext uri="{FF2B5EF4-FFF2-40B4-BE49-F238E27FC236}">
                  <a16:creationId xmlns:a16="http://schemas.microsoft.com/office/drawing/2014/main" id="{357E076A-EE13-1A99-034C-F58D091410E0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402" name="Google Shape;402;p19">
                <a:extLst>
                  <a:ext uri="{FF2B5EF4-FFF2-40B4-BE49-F238E27FC236}">
                    <a16:creationId xmlns:a16="http://schemas.microsoft.com/office/drawing/2014/main" id="{95E7A921-C505-52A2-A3A4-365796FAFB3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>
                <a:extLst>
                  <a:ext uri="{FF2B5EF4-FFF2-40B4-BE49-F238E27FC236}">
                    <a16:creationId xmlns:a16="http://schemas.microsoft.com/office/drawing/2014/main" id="{2E7EC3B8-3AA1-2F81-E804-E87BB9657EA6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4" name="Google Shape;404;p19">
            <a:extLst>
              <a:ext uri="{FF2B5EF4-FFF2-40B4-BE49-F238E27FC236}">
                <a16:creationId xmlns:a16="http://schemas.microsoft.com/office/drawing/2014/main" id="{5C20A761-9C28-CFFC-F50B-F75C8ECE58DD}"/>
              </a:ext>
            </a:extLst>
          </p:cNvPr>
          <p:cNvGrpSpPr/>
          <p:nvPr/>
        </p:nvGrpSpPr>
        <p:grpSpPr>
          <a:xfrm>
            <a:off x="10773295" y="10562277"/>
            <a:ext cx="2025563" cy="2025563"/>
            <a:chOff x="0" y="0"/>
            <a:chExt cx="2700751" cy="2700751"/>
          </a:xfrm>
        </p:grpSpPr>
        <p:grpSp>
          <p:nvGrpSpPr>
            <p:cNvPr id="405" name="Google Shape;405;p19">
              <a:extLst>
                <a:ext uri="{FF2B5EF4-FFF2-40B4-BE49-F238E27FC236}">
                  <a16:creationId xmlns:a16="http://schemas.microsoft.com/office/drawing/2014/main" id="{2EABD339-0D8D-EC33-E194-86D775A25E66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406" name="Google Shape;406;p19">
                <a:extLst>
                  <a:ext uri="{FF2B5EF4-FFF2-40B4-BE49-F238E27FC236}">
                    <a16:creationId xmlns:a16="http://schemas.microsoft.com/office/drawing/2014/main" id="{7133980A-5FB8-5116-A855-F7C1600FDA2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>
                <a:extLst>
                  <a:ext uri="{FF2B5EF4-FFF2-40B4-BE49-F238E27FC236}">
                    <a16:creationId xmlns:a16="http://schemas.microsoft.com/office/drawing/2014/main" id="{0822D7CE-0661-0A5A-0498-A265E625041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8" name="Google Shape;408;p19">
              <a:extLst>
                <a:ext uri="{FF2B5EF4-FFF2-40B4-BE49-F238E27FC236}">
                  <a16:creationId xmlns:a16="http://schemas.microsoft.com/office/drawing/2014/main" id="{E31E29F9-59C6-CA54-E61A-9B092AFEA44B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409" name="Google Shape;409;p19">
                <a:extLst>
                  <a:ext uri="{FF2B5EF4-FFF2-40B4-BE49-F238E27FC236}">
                    <a16:creationId xmlns:a16="http://schemas.microsoft.com/office/drawing/2014/main" id="{B95BD9F4-ADAC-648A-9BDB-9FB5CFB667C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>
                <a:extLst>
                  <a:ext uri="{FF2B5EF4-FFF2-40B4-BE49-F238E27FC236}">
                    <a16:creationId xmlns:a16="http://schemas.microsoft.com/office/drawing/2014/main" id="{C9D80D1B-10BA-5605-CAED-934FD426C5D4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1" name="Google Shape;411;p19">
            <a:extLst>
              <a:ext uri="{FF2B5EF4-FFF2-40B4-BE49-F238E27FC236}">
                <a16:creationId xmlns:a16="http://schemas.microsoft.com/office/drawing/2014/main" id="{B9CF1130-2E1C-333C-6771-7E7E9D25AAEE}"/>
              </a:ext>
            </a:extLst>
          </p:cNvPr>
          <p:cNvGrpSpPr/>
          <p:nvPr/>
        </p:nvGrpSpPr>
        <p:grpSpPr>
          <a:xfrm>
            <a:off x="19235651" y="4368513"/>
            <a:ext cx="2025563" cy="2025563"/>
            <a:chOff x="0" y="0"/>
            <a:chExt cx="2700751" cy="2700751"/>
          </a:xfrm>
        </p:grpSpPr>
        <p:grpSp>
          <p:nvGrpSpPr>
            <p:cNvPr id="412" name="Google Shape;412;p19">
              <a:extLst>
                <a:ext uri="{FF2B5EF4-FFF2-40B4-BE49-F238E27FC236}">
                  <a16:creationId xmlns:a16="http://schemas.microsoft.com/office/drawing/2014/main" id="{5E75F1AC-EEB8-3777-E8F9-640724F34B7C}"/>
                </a:ext>
              </a:extLst>
            </p:cNvPr>
            <p:cNvGrpSpPr/>
            <p:nvPr/>
          </p:nvGrpSpPr>
          <p:grpSpPr>
            <a:xfrm>
              <a:off x="0" y="0"/>
              <a:ext cx="2700751" cy="2700751"/>
              <a:chOff x="0" y="0"/>
              <a:chExt cx="812800" cy="812800"/>
            </a:xfrm>
          </p:grpSpPr>
          <p:sp>
            <p:nvSpPr>
              <p:cNvPr id="413" name="Google Shape;413;p19">
                <a:extLst>
                  <a:ext uri="{FF2B5EF4-FFF2-40B4-BE49-F238E27FC236}">
                    <a16:creationId xmlns:a16="http://schemas.microsoft.com/office/drawing/2014/main" id="{283C8271-F924-AFE7-283A-91055044251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468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>
                <a:extLst>
                  <a:ext uri="{FF2B5EF4-FFF2-40B4-BE49-F238E27FC236}">
                    <a16:creationId xmlns:a16="http://schemas.microsoft.com/office/drawing/2014/main" id="{1B375BF9-EACE-A36A-EAE6-EEB4E35A862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5" name="Google Shape;415;p19">
              <a:extLst>
                <a:ext uri="{FF2B5EF4-FFF2-40B4-BE49-F238E27FC236}">
                  <a16:creationId xmlns:a16="http://schemas.microsoft.com/office/drawing/2014/main" id="{FC32BC43-F28F-E466-6B85-4958F90C9A06}"/>
                </a:ext>
              </a:extLst>
            </p:cNvPr>
            <p:cNvGrpSpPr/>
            <p:nvPr/>
          </p:nvGrpSpPr>
          <p:grpSpPr>
            <a:xfrm>
              <a:off x="181205" y="181205"/>
              <a:ext cx="2338340" cy="2338340"/>
              <a:chOff x="0" y="0"/>
              <a:chExt cx="812800" cy="812800"/>
            </a:xfrm>
          </p:grpSpPr>
          <p:sp>
            <p:nvSpPr>
              <p:cNvPr id="416" name="Google Shape;416;p19">
                <a:extLst>
                  <a:ext uri="{FF2B5EF4-FFF2-40B4-BE49-F238E27FC236}">
                    <a16:creationId xmlns:a16="http://schemas.microsoft.com/office/drawing/2014/main" id="{EA066808-7F05-F347-FE9F-538F0C4154C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>
                <a:extLst>
                  <a:ext uri="{FF2B5EF4-FFF2-40B4-BE49-F238E27FC236}">
                    <a16:creationId xmlns:a16="http://schemas.microsoft.com/office/drawing/2014/main" id="{6CAD1D2F-7167-60B3-83BC-A94DD8D05B9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350" tIns="59350" rIns="59350" bIns="59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8" name="Google Shape;418;p19">
            <a:extLst>
              <a:ext uri="{FF2B5EF4-FFF2-40B4-BE49-F238E27FC236}">
                <a16:creationId xmlns:a16="http://schemas.microsoft.com/office/drawing/2014/main" id="{AE82683B-EDCE-3034-E8CF-384AF34A0862}"/>
              </a:ext>
            </a:extLst>
          </p:cNvPr>
          <p:cNvSpPr/>
          <p:nvPr/>
        </p:nvSpPr>
        <p:spPr>
          <a:xfrm>
            <a:off x="1607287" y="11408717"/>
            <a:ext cx="1045951" cy="1059435"/>
          </a:xfrm>
          <a:custGeom>
            <a:avLst/>
            <a:gdLst/>
            <a:ahLst/>
            <a:cxnLst/>
            <a:rect l="l" t="t" r="r" b="b"/>
            <a:pathLst>
              <a:path w="1045951" h="1059435" extrusionOk="0">
                <a:moveTo>
                  <a:pt x="0" y="0"/>
                </a:moveTo>
                <a:lnTo>
                  <a:pt x="1045951" y="0"/>
                </a:lnTo>
                <a:lnTo>
                  <a:pt x="1045951" y="1059435"/>
                </a:lnTo>
                <a:lnTo>
                  <a:pt x="0" y="1059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9" name="Google Shape;419;p19">
            <a:extLst>
              <a:ext uri="{FF2B5EF4-FFF2-40B4-BE49-F238E27FC236}">
                <a16:creationId xmlns:a16="http://schemas.microsoft.com/office/drawing/2014/main" id="{9C082C9A-1594-7C62-AC0B-ED7B63DB8CAC}"/>
              </a:ext>
            </a:extLst>
          </p:cNvPr>
          <p:cNvSpPr/>
          <p:nvPr/>
        </p:nvSpPr>
        <p:spPr>
          <a:xfrm rot="17724439">
            <a:off x="-6096687" y="4140110"/>
            <a:ext cx="1107749" cy="1049340"/>
          </a:xfrm>
          <a:custGeom>
            <a:avLst/>
            <a:gdLst/>
            <a:ahLst/>
            <a:cxnLst/>
            <a:rect l="l" t="t" r="r" b="b"/>
            <a:pathLst>
              <a:path w="1107749" h="1049340" extrusionOk="0">
                <a:moveTo>
                  <a:pt x="0" y="0"/>
                </a:moveTo>
                <a:lnTo>
                  <a:pt x="1107749" y="0"/>
                </a:lnTo>
                <a:lnTo>
                  <a:pt x="1107749" y="1049341"/>
                </a:lnTo>
                <a:lnTo>
                  <a:pt x="0" y="10493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0" name="Google Shape;420;p19">
            <a:extLst>
              <a:ext uri="{FF2B5EF4-FFF2-40B4-BE49-F238E27FC236}">
                <a16:creationId xmlns:a16="http://schemas.microsoft.com/office/drawing/2014/main" id="{848C2D42-B171-DED6-067D-0ED06EE8C5FD}"/>
              </a:ext>
            </a:extLst>
          </p:cNvPr>
          <p:cNvSpPr/>
          <p:nvPr/>
        </p:nvSpPr>
        <p:spPr>
          <a:xfrm>
            <a:off x="11210740" y="10996864"/>
            <a:ext cx="1150673" cy="1150673"/>
          </a:xfrm>
          <a:custGeom>
            <a:avLst/>
            <a:gdLst/>
            <a:ahLst/>
            <a:cxnLst/>
            <a:rect l="l" t="t" r="r" b="b"/>
            <a:pathLst>
              <a:path w="1150673" h="1150673" extrusionOk="0">
                <a:moveTo>
                  <a:pt x="0" y="0"/>
                </a:moveTo>
                <a:lnTo>
                  <a:pt x="1150673" y="0"/>
                </a:lnTo>
                <a:lnTo>
                  <a:pt x="1150673" y="1150674"/>
                </a:lnTo>
                <a:lnTo>
                  <a:pt x="0" y="115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1" name="Google Shape;421;p19">
            <a:extLst>
              <a:ext uri="{FF2B5EF4-FFF2-40B4-BE49-F238E27FC236}">
                <a16:creationId xmlns:a16="http://schemas.microsoft.com/office/drawing/2014/main" id="{953D207A-4578-B217-439C-FF6D9878D872}"/>
              </a:ext>
            </a:extLst>
          </p:cNvPr>
          <p:cNvSpPr txBox="1"/>
          <p:nvPr/>
        </p:nvSpPr>
        <p:spPr>
          <a:xfrm>
            <a:off x="1028700" y="1028700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 err="1">
                <a:solidFill>
                  <a:srgbClr val="674678"/>
                </a:solidFill>
                <a:latin typeface="Montserrat Black"/>
                <a:sym typeface="Montserrat Black"/>
              </a:rPr>
              <a:t>TechStack</a:t>
            </a:r>
            <a:endParaRPr dirty="0"/>
          </a:p>
        </p:txBody>
      </p:sp>
      <p:sp>
        <p:nvSpPr>
          <p:cNvPr id="422" name="Google Shape;422;p19">
            <a:extLst>
              <a:ext uri="{FF2B5EF4-FFF2-40B4-BE49-F238E27FC236}">
                <a16:creationId xmlns:a16="http://schemas.microsoft.com/office/drawing/2014/main" id="{C81E5996-CEA9-1E0A-8536-61CA62753B68}"/>
              </a:ext>
            </a:extLst>
          </p:cNvPr>
          <p:cNvSpPr txBox="1"/>
          <p:nvPr/>
        </p:nvSpPr>
        <p:spPr>
          <a:xfrm rot="17724439">
            <a:off x="-4195716" y="4074231"/>
            <a:ext cx="4432915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Express Parcel</a:t>
            </a:r>
            <a:endParaRPr dirty="0"/>
          </a:p>
        </p:txBody>
      </p:sp>
      <p:sp>
        <p:nvSpPr>
          <p:cNvPr id="423" name="Google Shape;423;p19">
            <a:extLst>
              <a:ext uri="{FF2B5EF4-FFF2-40B4-BE49-F238E27FC236}">
                <a16:creationId xmlns:a16="http://schemas.microsoft.com/office/drawing/2014/main" id="{BA02E75F-A8A7-8AF5-E7EE-69C9EA331E18}"/>
              </a:ext>
            </a:extLst>
          </p:cNvPr>
          <p:cNvSpPr txBox="1"/>
          <p:nvPr/>
        </p:nvSpPr>
        <p:spPr>
          <a:xfrm>
            <a:off x="21594589" y="4702162"/>
            <a:ext cx="4618444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 err="1">
                <a:solidFill>
                  <a:srgbClr val="674678"/>
                </a:solidFill>
                <a:latin typeface="Montserrat Black"/>
                <a:sym typeface="Montserrat Black"/>
              </a:rPr>
              <a:t>InCity</a:t>
            </a: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 Parcel</a:t>
            </a:r>
            <a:endParaRPr dirty="0"/>
          </a:p>
        </p:txBody>
      </p:sp>
      <p:sp>
        <p:nvSpPr>
          <p:cNvPr id="424" name="Google Shape;424;p19">
            <a:extLst>
              <a:ext uri="{FF2B5EF4-FFF2-40B4-BE49-F238E27FC236}">
                <a16:creationId xmlns:a16="http://schemas.microsoft.com/office/drawing/2014/main" id="{CC01953A-EE29-76B0-BC50-FBDA26A772E0}"/>
              </a:ext>
            </a:extLst>
          </p:cNvPr>
          <p:cNvSpPr txBox="1"/>
          <p:nvPr/>
        </p:nvSpPr>
        <p:spPr>
          <a:xfrm>
            <a:off x="3477359" y="11259302"/>
            <a:ext cx="4432915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>
                <a:solidFill>
                  <a:srgbClr val="674678"/>
                </a:solidFill>
                <a:latin typeface="Montserrat Black"/>
                <a:sym typeface="Montserrat Black"/>
              </a:rPr>
              <a:t>Domestic</a:t>
            </a:r>
            <a:endParaRPr dirty="0"/>
          </a:p>
        </p:txBody>
      </p:sp>
      <p:sp>
        <p:nvSpPr>
          <p:cNvPr id="425" name="Google Shape;425;p19">
            <a:extLst>
              <a:ext uri="{FF2B5EF4-FFF2-40B4-BE49-F238E27FC236}">
                <a16:creationId xmlns:a16="http://schemas.microsoft.com/office/drawing/2014/main" id="{A20A609E-C83A-69CE-77B1-C646FF66EBE1}"/>
              </a:ext>
            </a:extLst>
          </p:cNvPr>
          <p:cNvSpPr txBox="1"/>
          <p:nvPr/>
        </p:nvSpPr>
        <p:spPr>
          <a:xfrm>
            <a:off x="13168072" y="10895926"/>
            <a:ext cx="4618444" cy="7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dirty="0" err="1">
                <a:solidFill>
                  <a:srgbClr val="674678"/>
                </a:solidFill>
                <a:latin typeface="Montserrat Black"/>
                <a:sym typeface="Montserrat Black"/>
              </a:rPr>
              <a:t>WareHousing</a:t>
            </a:r>
            <a:endParaRPr dirty="0"/>
          </a:p>
        </p:txBody>
      </p:sp>
      <p:sp>
        <p:nvSpPr>
          <p:cNvPr id="426" name="Google Shape;426;p19">
            <a:extLst>
              <a:ext uri="{FF2B5EF4-FFF2-40B4-BE49-F238E27FC236}">
                <a16:creationId xmlns:a16="http://schemas.microsoft.com/office/drawing/2014/main" id="{21D814B9-1E81-B142-F747-30EBD9F40024}"/>
              </a:ext>
            </a:extLst>
          </p:cNvPr>
          <p:cNvSpPr txBox="1"/>
          <p:nvPr/>
        </p:nvSpPr>
        <p:spPr>
          <a:xfrm rot="17724439">
            <a:off x="-4195716" y="4793081"/>
            <a:ext cx="387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sp>
        <p:nvSpPr>
          <p:cNvPr id="427" name="Google Shape;427;p19">
            <a:extLst>
              <a:ext uri="{FF2B5EF4-FFF2-40B4-BE49-F238E27FC236}">
                <a16:creationId xmlns:a16="http://schemas.microsoft.com/office/drawing/2014/main" id="{855EB028-3FA5-7E43-C14E-D313CED0D693}"/>
              </a:ext>
            </a:extLst>
          </p:cNvPr>
          <p:cNvSpPr txBox="1"/>
          <p:nvPr/>
        </p:nvSpPr>
        <p:spPr>
          <a:xfrm>
            <a:off x="21594589" y="5509594"/>
            <a:ext cx="387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sp>
        <p:nvSpPr>
          <p:cNvPr id="428" name="Google Shape;428;p19">
            <a:extLst>
              <a:ext uri="{FF2B5EF4-FFF2-40B4-BE49-F238E27FC236}">
                <a16:creationId xmlns:a16="http://schemas.microsoft.com/office/drawing/2014/main" id="{A17C661C-718B-5C8D-78A4-60B2B0C0DA9E}"/>
              </a:ext>
            </a:extLst>
          </p:cNvPr>
          <p:cNvSpPr txBox="1"/>
          <p:nvPr/>
        </p:nvSpPr>
        <p:spPr>
          <a:xfrm>
            <a:off x="3477359" y="12066734"/>
            <a:ext cx="398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sp>
        <p:nvSpPr>
          <p:cNvPr id="429" name="Google Shape;429;p19">
            <a:extLst>
              <a:ext uri="{FF2B5EF4-FFF2-40B4-BE49-F238E27FC236}">
                <a16:creationId xmlns:a16="http://schemas.microsoft.com/office/drawing/2014/main" id="{3557C2B8-1A86-0336-B5E2-807E08241CDE}"/>
              </a:ext>
            </a:extLst>
          </p:cNvPr>
          <p:cNvSpPr txBox="1"/>
          <p:nvPr/>
        </p:nvSpPr>
        <p:spPr>
          <a:xfrm>
            <a:off x="13168072" y="11703358"/>
            <a:ext cx="398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4678"/>
                </a:solidFill>
                <a:latin typeface="Open Sans"/>
                <a:ea typeface="Open Sans"/>
                <a:cs typeface="Open Sans"/>
                <a:sym typeface="Open Sans"/>
              </a:rPr>
              <a:t>Elaborate on what you want to discuss. </a:t>
            </a:r>
            <a:endParaRPr/>
          </a:p>
        </p:txBody>
      </p: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7B4F15E4-831A-0707-9D47-BFA6051EA92B}"/>
              </a:ext>
            </a:extLst>
          </p:cNvPr>
          <p:cNvGrpSpPr/>
          <p:nvPr/>
        </p:nvGrpSpPr>
        <p:grpSpPr>
          <a:xfrm>
            <a:off x="15950759" y="801215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0F058759-C636-A412-F02A-7B5E3BBF72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0FC8A3C9-3C1C-A3B5-2720-94B176554D6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69924CF8-47DD-04CF-4AFA-6492D941C088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654075" y="3606649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BF4CA921-5666-7F61-3F93-2141A55F490F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823625" y="2069431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44B2128A-B1DB-E30E-026F-1B98CCEE955F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66500" y="9231059"/>
            <a:ext cx="1045950" cy="77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9">
            <a:extLst>
              <a:ext uri="{FF2B5EF4-FFF2-40B4-BE49-F238E27FC236}">
                <a16:creationId xmlns:a16="http://schemas.microsoft.com/office/drawing/2014/main" id="{D7B843D6-4FD8-2017-CCEE-9DDC9C4B4898}"/>
              </a:ext>
            </a:extLst>
          </p:cNvPr>
          <p:cNvPicPr preferRelativeResize="0"/>
          <p:nvPr/>
        </p:nvPicPr>
        <p:blipFill>
          <a:blip r:embed="rId10"/>
          <a:srcRect/>
          <a:stretch/>
        </p:blipFill>
        <p:spPr>
          <a:xfrm>
            <a:off x="19235651" y="4662836"/>
            <a:ext cx="3319298" cy="1650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F2F101-31D7-45C1-84DB-2453796A49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8553" y="2466031"/>
            <a:ext cx="15027648" cy="699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48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97280138-B50C-0209-D5B9-9C82636B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9748CB4D-C8F3-08C9-6137-9420FE275E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4540">
            <a:off x="10216460" y="-2955642"/>
            <a:ext cx="13456076" cy="452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3C8657AB-C377-B23B-AA79-F0C0CD2B9F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415249">
            <a:off x="-955732" y="5543000"/>
            <a:ext cx="7987796" cy="7361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2F633907-D36B-3FF8-599C-F9BCA874567F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22026F2E-CE9B-8DFB-D3DE-556E5098542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6FAA4BAF-B155-3543-197C-B70637C50D05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9">
            <a:extLst>
              <a:ext uri="{FF2B5EF4-FFF2-40B4-BE49-F238E27FC236}">
                <a16:creationId xmlns:a16="http://schemas.microsoft.com/office/drawing/2014/main" id="{69BB17FA-4415-4C1D-FFBE-B11EC8CC8747}"/>
              </a:ext>
            </a:extLst>
          </p:cNvPr>
          <p:cNvSpPr txBox="1"/>
          <p:nvPr/>
        </p:nvSpPr>
        <p:spPr>
          <a:xfrm>
            <a:off x="757581" y="-1920258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UI Design</a:t>
            </a:r>
            <a:endParaRPr dirty="0"/>
          </a:p>
        </p:txBody>
      </p: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7B5049CA-575B-0160-8015-16175B3CA7E1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561E21C7-801E-1732-0470-2D580B1F31D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6F47F3A5-0255-B7CF-FC3A-B49F23FCDEE5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6C0D0B7B-E02C-F228-D3DB-C00B2424425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4532FCC8-E567-7AB2-6E80-257E2F1A0D1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C9F7AC97-C092-27C9-3C4F-6999922EA2D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21;p19">
            <a:extLst>
              <a:ext uri="{FF2B5EF4-FFF2-40B4-BE49-F238E27FC236}">
                <a16:creationId xmlns:a16="http://schemas.microsoft.com/office/drawing/2014/main" id="{56062E4F-7BD8-9F57-CA92-1AC034B4FC70}"/>
              </a:ext>
            </a:extLst>
          </p:cNvPr>
          <p:cNvSpPr txBox="1"/>
          <p:nvPr/>
        </p:nvSpPr>
        <p:spPr>
          <a:xfrm>
            <a:off x="-11222795" y="243869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ER Diagram</a:t>
            </a:r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925A6A-7EC7-FD3A-9327-322406B52E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2853036" y="2048463"/>
            <a:ext cx="12680805" cy="7175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926C01-49BB-7ADF-AFE9-EEED8A12DB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6449" y="515175"/>
            <a:ext cx="13950235" cy="9546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4DDB66-0628-60F0-CBDB-5631122BBA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23077" y="701786"/>
            <a:ext cx="15528557" cy="8960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AE2589-B0A9-91E1-AE49-C5AC5D7145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6324569" y="437586"/>
            <a:ext cx="15155846" cy="8868538"/>
          </a:xfrm>
          <a:prstGeom prst="rect">
            <a:avLst/>
          </a:prstGeom>
        </p:spPr>
      </p:pic>
      <p:sp>
        <p:nvSpPr>
          <p:cNvPr id="9" name="Google Shape;421;p19">
            <a:extLst>
              <a:ext uri="{FF2B5EF4-FFF2-40B4-BE49-F238E27FC236}">
                <a16:creationId xmlns:a16="http://schemas.microsoft.com/office/drawing/2014/main" id="{6624F061-5C05-9293-B215-C1DEC98C054C}"/>
              </a:ext>
            </a:extLst>
          </p:cNvPr>
          <p:cNvSpPr txBox="1"/>
          <p:nvPr/>
        </p:nvSpPr>
        <p:spPr>
          <a:xfrm>
            <a:off x="7235061" y="-100432"/>
            <a:ext cx="45249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674678"/>
                </a:solidFill>
                <a:latin typeface="Montserrat Black"/>
                <a:sym typeface="Montserrat Black"/>
              </a:rPr>
              <a:t>Customer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2014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476E3C97-8FE7-D1E6-84FF-7FABE7EF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9AEA3D21-D5A8-BD8F-958A-5CA87EF4AE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9749" y="6710025"/>
            <a:ext cx="16933601" cy="550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F979DF2E-A2E4-47AA-F83A-8D6371D2052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7613889">
            <a:off x="-2815309" y="-2399598"/>
            <a:ext cx="10508602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62E085CE-F3AB-025B-AD1F-DE64CC3DE791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A5CE0BA0-737D-D7A1-DF24-275B05505F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BF59C276-AC87-F0BE-9CA7-F6199350A37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9">
            <a:extLst>
              <a:ext uri="{FF2B5EF4-FFF2-40B4-BE49-F238E27FC236}">
                <a16:creationId xmlns:a16="http://schemas.microsoft.com/office/drawing/2014/main" id="{3BCCB792-DE2B-D9D5-316A-4E3B0C32BAE9}"/>
              </a:ext>
            </a:extLst>
          </p:cNvPr>
          <p:cNvSpPr txBox="1"/>
          <p:nvPr/>
        </p:nvSpPr>
        <p:spPr>
          <a:xfrm>
            <a:off x="1712852" y="-2549724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 err="1">
                <a:solidFill>
                  <a:srgbClr val="674678"/>
                </a:solidFill>
                <a:latin typeface="Montserrat Black"/>
                <a:sym typeface="Montserrat Black"/>
              </a:rPr>
              <a:t>TechStack</a:t>
            </a:r>
            <a:endParaRPr dirty="0"/>
          </a:p>
        </p:txBody>
      </p: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A09B7AE4-4BA5-7E07-2C3A-5944105D6EDF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A27799F3-7548-BACB-6FF7-5C9D51D20C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161B1FB9-377A-E2E4-D38E-EA016E7EFDF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900E83CE-1B66-0A09-CF15-8D1E1044488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D358B96D-B35A-E258-07D5-D69406D7A2C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9F550D12-D0D7-240E-D35F-DEFD3C01EF3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6FE489-9114-8C5B-A186-9391D37DF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0279" y="255939"/>
            <a:ext cx="14510852" cy="9320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EA07D0-0783-DC94-C3E2-98FD640B1B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613080" y="255939"/>
            <a:ext cx="9263604" cy="92636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7D1A5-41C1-803C-A35E-9453FDC23F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99589" y="346032"/>
            <a:ext cx="15027648" cy="965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5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787B4263-E535-A4A4-1750-FFFA4A53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11D25344-D3A7-8D59-E753-6680B967BAC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979592">
            <a:off x="7374069" y="6944786"/>
            <a:ext cx="16933601" cy="550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C8000729-2CDE-11E3-5592-74472A0E97B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7613889">
            <a:off x="-7350318" y="-2308113"/>
            <a:ext cx="14163495" cy="13395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032AD42D-D6C3-7971-DFC1-70EA6944FD06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156655AA-2D62-13B8-DE7E-AE75A17B8C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C5A4FABB-851A-DE73-422A-D0B35177545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9">
            <a:extLst>
              <a:ext uri="{FF2B5EF4-FFF2-40B4-BE49-F238E27FC236}">
                <a16:creationId xmlns:a16="http://schemas.microsoft.com/office/drawing/2014/main" id="{827F8DB2-EA3B-A00A-8309-3C16E1632C28}"/>
              </a:ext>
            </a:extLst>
          </p:cNvPr>
          <p:cNvSpPr txBox="1"/>
          <p:nvPr/>
        </p:nvSpPr>
        <p:spPr>
          <a:xfrm>
            <a:off x="1712852" y="-2549724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 err="1">
                <a:solidFill>
                  <a:srgbClr val="674678"/>
                </a:solidFill>
                <a:latin typeface="Montserrat Black"/>
                <a:sym typeface="Montserrat Black"/>
              </a:rPr>
              <a:t>TechStack</a:t>
            </a:r>
            <a:endParaRPr dirty="0"/>
          </a:p>
        </p:txBody>
      </p: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2B9B011B-D319-652B-AA49-4F4F6C827412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6043A79A-8889-A4B0-278A-883444049E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6E28E1FF-058D-1C96-3F40-BCEA290F2F8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20163A6D-8CCB-1E81-08A3-93BA9989B01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641746D3-5247-C9E4-7AC8-F16995A9403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893DB54C-B95A-F679-F593-BE16A2900F9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6DF1DD-D77F-1F69-7044-A85B16EFD3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0534" y="677061"/>
            <a:ext cx="9263604" cy="92636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0A7BCE-6EA5-E178-DD87-C8E11750D3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2589" y="647931"/>
            <a:ext cx="10660097" cy="8960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727DD8-429A-A488-9DFF-D0DDC0039B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6117456" y="735607"/>
            <a:ext cx="15528557" cy="896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05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A266B6D6-CE46-1556-C8C7-9CC0E8FA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FC749F36-5C0A-0E4B-F80F-E14C8DF43F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4540">
            <a:off x="8153199" y="-1883551"/>
            <a:ext cx="13456076" cy="452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7B9CAF18-BB83-31B5-BC6C-E620ABE7F32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644952">
            <a:off x="12165100" y="4280915"/>
            <a:ext cx="7343562" cy="7956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5FF200AF-811A-43B9-9B24-49C67EE9B18B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A660884C-A5B9-7777-075D-FF789CCC127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2A12F413-E72C-FCC8-F86F-319C9CAD2C57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9">
            <a:extLst>
              <a:ext uri="{FF2B5EF4-FFF2-40B4-BE49-F238E27FC236}">
                <a16:creationId xmlns:a16="http://schemas.microsoft.com/office/drawing/2014/main" id="{249E8F05-77C1-F317-2FBE-78F6BF99C38C}"/>
              </a:ext>
            </a:extLst>
          </p:cNvPr>
          <p:cNvSpPr txBox="1"/>
          <p:nvPr/>
        </p:nvSpPr>
        <p:spPr>
          <a:xfrm>
            <a:off x="757581" y="529576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UI Design</a:t>
            </a:r>
            <a:endParaRPr dirty="0"/>
          </a:p>
        </p:txBody>
      </p: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81DD59D0-E48C-9562-F086-4950E7968E80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D8B8B9D4-1C76-EF7D-6B75-439B96BD25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C8974359-6487-1F58-8F08-F846EAE8BBD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DFA9E2AD-5C76-D840-017F-3841B7427A8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E23F26DE-229E-2A31-3E21-74710498E47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74821CAC-23EE-902E-B62E-0DBEED85FAD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6F2035-DFF9-8A04-94A2-A604B9D2D7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68519" y="806885"/>
            <a:ext cx="10660097" cy="8960213"/>
          </a:xfrm>
          <a:prstGeom prst="rect">
            <a:avLst/>
          </a:prstGeom>
        </p:spPr>
      </p:pic>
      <p:sp>
        <p:nvSpPr>
          <p:cNvPr id="2" name="Google Shape;421;p19">
            <a:extLst>
              <a:ext uri="{FF2B5EF4-FFF2-40B4-BE49-F238E27FC236}">
                <a16:creationId xmlns:a16="http://schemas.microsoft.com/office/drawing/2014/main" id="{8900481B-11C6-DB90-A395-395C643EE38D}"/>
              </a:ext>
            </a:extLst>
          </p:cNvPr>
          <p:cNvSpPr txBox="1"/>
          <p:nvPr/>
        </p:nvSpPr>
        <p:spPr>
          <a:xfrm>
            <a:off x="-7518303" y="478803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ER Diagram</a:t>
            </a:r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154EAA7-CECF-8AE6-B4DB-74EEB1A35A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2853036" y="2048463"/>
            <a:ext cx="12680805" cy="71753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E70423-054C-D199-39F9-E47353BA4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4501368" y="220760"/>
            <a:ext cx="13950235" cy="95463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86059F-FE0F-283A-04A1-BFA15CC674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8779" y="1875692"/>
            <a:ext cx="15046266" cy="7780240"/>
          </a:xfrm>
          <a:prstGeom prst="rect">
            <a:avLst/>
          </a:prstGeom>
        </p:spPr>
      </p:pic>
      <p:sp>
        <p:nvSpPr>
          <p:cNvPr id="17" name="Google Shape;421;p19">
            <a:extLst>
              <a:ext uri="{FF2B5EF4-FFF2-40B4-BE49-F238E27FC236}">
                <a16:creationId xmlns:a16="http://schemas.microsoft.com/office/drawing/2014/main" id="{C457F822-2C64-A5BE-8455-FA2BD8ACAA68}"/>
              </a:ext>
            </a:extLst>
          </p:cNvPr>
          <p:cNvSpPr txBox="1"/>
          <p:nvPr/>
        </p:nvSpPr>
        <p:spPr>
          <a:xfrm>
            <a:off x="7157330" y="1128061"/>
            <a:ext cx="45249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674678"/>
                </a:solidFill>
                <a:latin typeface="Montserrat Black"/>
                <a:sym typeface="Montserrat Black"/>
              </a:rPr>
              <a:t>Staff - Manager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6511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6D3F9C31-C184-71FB-2E7F-D32C0F1F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22A8A138-24AA-AA77-5B90-A2E7C63ED6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979592">
            <a:off x="7374069" y="6944786"/>
            <a:ext cx="16933601" cy="5502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1049827C-3D08-7BA5-0C10-53198F0EED6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7613889">
            <a:off x="-7350318" y="-2308113"/>
            <a:ext cx="14163495" cy="13395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41019A49-13EA-FF69-2CFA-16C7F2B960FB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3D96F225-6501-12FD-D00E-DBF6AF37F0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4F4CFC67-C810-8601-5E65-492F363F80D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9">
            <a:extLst>
              <a:ext uri="{FF2B5EF4-FFF2-40B4-BE49-F238E27FC236}">
                <a16:creationId xmlns:a16="http://schemas.microsoft.com/office/drawing/2014/main" id="{6D5276DB-DC5F-B1C3-3DB9-8E60408FF716}"/>
              </a:ext>
            </a:extLst>
          </p:cNvPr>
          <p:cNvSpPr txBox="1"/>
          <p:nvPr/>
        </p:nvSpPr>
        <p:spPr>
          <a:xfrm>
            <a:off x="1712852" y="-2549724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 err="1">
                <a:solidFill>
                  <a:srgbClr val="674678"/>
                </a:solidFill>
                <a:latin typeface="Montserrat Black"/>
                <a:sym typeface="Montserrat Black"/>
              </a:rPr>
              <a:t>TechStack</a:t>
            </a:r>
            <a:endParaRPr dirty="0"/>
          </a:p>
        </p:txBody>
      </p: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0DAA3A40-4E2D-322B-FF67-59BE49371E0C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B9405744-128A-4F67-6536-DABB44249A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DFD7C948-A6C8-B326-3E80-4BDA7E17E4A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AA93B938-4D01-A25A-68D7-7C346CF3A16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901E1369-D62C-82E9-890E-82AA318B914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4B5C562D-C856-9AEF-8766-8FF4929EF75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8B251B-55BE-3E03-1704-6E346827F1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11968" y="199452"/>
            <a:ext cx="14510852" cy="9320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507938-2DEF-CFA8-971C-2CBBD1781E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9357" y="511698"/>
            <a:ext cx="9263604" cy="92636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652F63-8AC3-39C3-15A1-25EB27A464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043754" y="585684"/>
            <a:ext cx="10660097" cy="896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74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779D7ED4-9910-7509-4C6F-9AFE2978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E67233A5-9115-88AD-01E5-7F7769A369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4540">
            <a:off x="10216460" y="-2955642"/>
            <a:ext cx="13456076" cy="452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AE9045FD-F080-294D-9227-341CC284C3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415249">
            <a:off x="-969587" y="5543000"/>
            <a:ext cx="7987796" cy="7361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6ACBC2BF-73D1-7571-7BB4-7B8E5D56A2C0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9200090C-9663-D7A7-C824-8E055996F0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DC7A9476-723B-1D70-F33E-29295108DA9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9">
            <a:extLst>
              <a:ext uri="{FF2B5EF4-FFF2-40B4-BE49-F238E27FC236}">
                <a16:creationId xmlns:a16="http://schemas.microsoft.com/office/drawing/2014/main" id="{0F3A74BC-4BA5-237C-A42A-21006387F687}"/>
              </a:ext>
            </a:extLst>
          </p:cNvPr>
          <p:cNvSpPr txBox="1"/>
          <p:nvPr/>
        </p:nvSpPr>
        <p:spPr>
          <a:xfrm>
            <a:off x="757581" y="-1920258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UI Design</a:t>
            </a:r>
            <a:endParaRPr dirty="0"/>
          </a:p>
        </p:txBody>
      </p: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4AE406F8-3DF7-42ED-2E70-7C8C4579DCF7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048A494D-CAC0-BCFB-3488-1BBD75B0E3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E2CB4734-0966-5CD2-6F41-EAA8863CE6C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4D2BCB01-90D2-F818-2DFA-793DA302952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94BA37EC-4506-0BBA-1B55-F28E63E2252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0B45AFBA-2795-648A-CCC4-5759FEA4604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21;p19">
            <a:extLst>
              <a:ext uri="{FF2B5EF4-FFF2-40B4-BE49-F238E27FC236}">
                <a16:creationId xmlns:a16="http://schemas.microsoft.com/office/drawing/2014/main" id="{4C8A03E5-970F-F3A0-90F9-302501F69D01}"/>
              </a:ext>
            </a:extLst>
          </p:cNvPr>
          <p:cNvSpPr txBox="1"/>
          <p:nvPr/>
        </p:nvSpPr>
        <p:spPr>
          <a:xfrm>
            <a:off x="-11222795" y="243869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ER Diagram</a:t>
            </a:r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0254432-4232-9BBB-B75B-ABA88DEB4F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2853036" y="2048463"/>
            <a:ext cx="12680805" cy="7175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18F2CF-AA55-252C-92C3-F25F2525C7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47619" y="243869"/>
            <a:ext cx="13950235" cy="9546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A186B2-4699-F88E-2658-F7ACED67FF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2306" y="701786"/>
            <a:ext cx="15155846" cy="8868538"/>
          </a:xfrm>
          <a:prstGeom prst="rect">
            <a:avLst/>
          </a:prstGeom>
        </p:spPr>
      </p:pic>
      <p:sp>
        <p:nvSpPr>
          <p:cNvPr id="5" name="Google Shape;421;p19">
            <a:extLst>
              <a:ext uri="{FF2B5EF4-FFF2-40B4-BE49-F238E27FC236}">
                <a16:creationId xmlns:a16="http://schemas.microsoft.com/office/drawing/2014/main" id="{353F7ED0-59D1-C036-EC2D-ABF59FB446BD}"/>
              </a:ext>
            </a:extLst>
          </p:cNvPr>
          <p:cNvSpPr txBox="1"/>
          <p:nvPr/>
        </p:nvSpPr>
        <p:spPr>
          <a:xfrm>
            <a:off x="7195484" y="55984"/>
            <a:ext cx="45249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674678"/>
                </a:solidFill>
                <a:latin typeface="Montserrat Black"/>
                <a:sym typeface="Montserrat Black"/>
              </a:rPr>
              <a:t>Delivery Guy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4000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4A934405-4FB2-2458-93AE-698BBCF8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FF4F2177-284C-6659-9F53-A85F86D08A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342101">
            <a:off x="9050416" y="-2898862"/>
            <a:ext cx="13456076" cy="452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07B93BCB-2026-7147-0A0B-C4BBE1A0A03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189884">
            <a:off x="11136657" y="4717054"/>
            <a:ext cx="9955544" cy="9736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51076FF1-071E-F4C6-3200-6442A0B3F006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58D32D93-5FE2-FFF2-DDCC-CB3DC317B8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5BEEBE18-6BD5-0E09-BC87-15F0AB2E4DD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E4AFB6F0-C845-7951-DAD2-8D61F890C12C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3AC79442-76E3-28DB-11C5-4753AFB0BF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06C60DF7-077C-1171-2C6B-3F687183E2C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9E6BE640-3450-5525-9C45-80CBB9E45E9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1A217871-31C7-0553-6A17-5E0B2B6BB68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4DF8CF4A-9921-42DB-78CA-10658552C78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061017"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21;p19">
            <a:extLst>
              <a:ext uri="{FF2B5EF4-FFF2-40B4-BE49-F238E27FC236}">
                <a16:creationId xmlns:a16="http://schemas.microsoft.com/office/drawing/2014/main" id="{62999317-C2AF-5344-8A13-511E8733B2FD}"/>
              </a:ext>
            </a:extLst>
          </p:cNvPr>
          <p:cNvSpPr txBox="1"/>
          <p:nvPr/>
        </p:nvSpPr>
        <p:spPr>
          <a:xfrm>
            <a:off x="1193779" y="478803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ER Diagram</a:t>
            </a:r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3BE39B3-DDF3-AFC9-B797-A2B68789CF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181" y="1964778"/>
            <a:ext cx="16087040" cy="7813783"/>
          </a:xfrm>
          <a:prstGeom prst="rect">
            <a:avLst/>
          </a:prstGeom>
        </p:spPr>
      </p:pic>
      <p:pic>
        <p:nvPicPr>
          <p:cNvPr id="3" name="Google Shape;111;p11">
            <a:extLst>
              <a:ext uri="{FF2B5EF4-FFF2-40B4-BE49-F238E27FC236}">
                <a16:creationId xmlns:a16="http://schemas.microsoft.com/office/drawing/2014/main" id="{34520D22-850E-4133-3959-3EEC8F0CFC8D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8875716" y="3222089"/>
            <a:ext cx="8184901" cy="741590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21;p19">
            <a:extLst>
              <a:ext uri="{FF2B5EF4-FFF2-40B4-BE49-F238E27FC236}">
                <a16:creationId xmlns:a16="http://schemas.microsoft.com/office/drawing/2014/main" id="{D2B6DF89-C7CA-C348-A360-3EEB0AE0A68D}"/>
              </a:ext>
            </a:extLst>
          </p:cNvPr>
          <p:cNvSpPr txBox="1"/>
          <p:nvPr/>
        </p:nvSpPr>
        <p:spPr>
          <a:xfrm>
            <a:off x="-17375488" y="4389728"/>
            <a:ext cx="10613937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dirty="0">
                <a:solidFill>
                  <a:srgbClr val="674678"/>
                </a:solidFill>
                <a:latin typeface="Montserrat Black"/>
                <a:sym typeface="Montserrat Black"/>
              </a:rPr>
              <a:t>THANK YOU!!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D5C4A-2ECE-0080-E863-DE160F6C4F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50320" y="1008096"/>
            <a:ext cx="15155846" cy="886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92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F4"/>
        </a:solidFill>
        <a:effectLst/>
      </p:bgPr>
    </p:bg>
    <p:spTree>
      <p:nvGrpSpPr>
        <p:cNvPr id="1" name="Shape 384">
          <a:extLst>
            <a:ext uri="{FF2B5EF4-FFF2-40B4-BE49-F238E27FC236}">
              <a16:creationId xmlns:a16="http://schemas.microsoft.com/office/drawing/2014/main" id="{1DD0859F-73E1-D333-188A-66EB3E5C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19">
            <a:extLst>
              <a:ext uri="{FF2B5EF4-FFF2-40B4-BE49-F238E27FC236}">
                <a16:creationId xmlns:a16="http://schemas.microsoft.com/office/drawing/2014/main" id="{45D484E0-B91C-892B-98D1-16A270B618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208532" y="7525469"/>
            <a:ext cx="13456076" cy="4525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>
            <a:extLst>
              <a:ext uri="{FF2B5EF4-FFF2-40B4-BE49-F238E27FC236}">
                <a16:creationId xmlns:a16="http://schemas.microsoft.com/office/drawing/2014/main" id="{B02F54F1-5319-A237-166B-915A8A2337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444143">
            <a:off x="-3128947" y="-3368348"/>
            <a:ext cx="9955544" cy="97363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19">
            <a:extLst>
              <a:ext uri="{FF2B5EF4-FFF2-40B4-BE49-F238E27FC236}">
                <a16:creationId xmlns:a16="http://schemas.microsoft.com/office/drawing/2014/main" id="{27D18244-E8A6-97FF-1C45-A49BCC99903C}"/>
              </a:ext>
            </a:extLst>
          </p:cNvPr>
          <p:cNvGrpSpPr/>
          <p:nvPr/>
        </p:nvGrpSpPr>
        <p:grpSpPr>
          <a:xfrm>
            <a:off x="1028700" y="6439235"/>
            <a:ext cx="541579" cy="541579"/>
            <a:chOff x="0" y="0"/>
            <a:chExt cx="812800" cy="812800"/>
          </a:xfrm>
        </p:grpSpPr>
        <p:sp>
          <p:nvSpPr>
            <p:cNvPr id="395" name="Google Shape;395;p19">
              <a:extLst>
                <a:ext uri="{FF2B5EF4-FFF2-40B4-BE49-F238E27FC236}">
                  <a16:creationId xmlns:a16="http://schemas.microsoft.com/office/drawing/2014/main" id="{6E68E60E-1E5A-9C89-F487-B838625283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9">
              <a:extLst>
                <a:ext uri="{FF2B5EF4-FFF2-40B4-BE49-F238E27FC236}">
                  <a16:creationId xmlns:a16="http://schemas.microsoft.com/office/drawing/2014/main" id="{02800617-6D16-81BE-98DE-7C939FF643E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19">
            <a:extLst>
              <a:ext uri="{FF2B5EF4-FFF2-40B4-BE49-F238E27FC236}">
                <a16:creationId xmlns:a16="http://schemas.microsoft.com/office/drawing/2014/main" id="{D0EE0E94-AF20-9A7C-2398-3CE814AEAE37}"/>
              </a:ext>
            </a:extLst>
          </p:cNvPr>
          <p:cNvGrpSpPr/>
          <p:nvPr/>
        </p:nvGrpSpPr>
        <p:grpSpPr>
          <a:xfrm>
            <a:off x="10464359" y="677061"/>
            <a:ext cx="703277" cy="703277"/>
            <a:chOff x="0" y="0"/>
            <a:chExt cx="812800" cy="812800"/>
          </a:xfrm>
        </p:grpSpPr>
        <p:sp>
          <p:nvSpPr>
            <p:cNvPr id="431" name="Google Shape;431;p19">
              <a:extLst>
                <a:ext uri="{FF2B5EF4-FFF2-40B4-BE49-F238E27FC236}">
                  <a16:creationId xmlns:a16="http://schemas.microsoft.com/office/drawing/2014/main" id="{4F6A1979-70F4-75CA-CEE3-5D85D9D043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>
              <a:extLst>
                <a:ext uri="{FF2B5EF4-FFF2-40B4-BE49-F238E27FC236}">
                  <a16:creationId xmlns:a16="http://schemas.microsoft.com/office/drawing/2014/main" id="{CF1618DC-096A-287D-C5CC-C177806F639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3" name="Google Shape;433;p19">
            <a:extLst>
              <a:ext uri="{FF2B5EF4-FFF2-40B4-BE49-F238E27FC236}">
                <a16:creationId xmlns:a16="http://schemas.microsoft.com/office/drawing/2014/main" id="{64FE93D8-3E3B-BB06-ED5B-F5487C44487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5045" y="4260071"/>
            <a:ext cx="892475" cy="65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9">
            <a:extLst>
              <a:ext uri="{FF2B5EF4-FFF2-40B4-BE49-F238E27FC236}">
                <a16:creationId xmlns:a16="http://schemas.microsoft.com/office/drawing/2014/main" id="{13C8410E-1D7E-4FA1-840D-707D08109F6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31890" y="4389728"/>
            <a:ext cx="539628" cy="3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9">
            <a:extLst>
              <a:ext uri="{FF2B5EF4-FFF2-40B4-BE49-F238E27FC236}">
                <a16:creationId xmlns:a16="http://schemas.microsoft.com/office/drawing/2014/main" id="{83E4D22A-E58C-E30A-99B1-EC4FB977926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061017">
            <a:off x="202829" y="9229481"/>
            <a:ext cx="1045950" cy="773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21;p19">
            <a:extLst>
              <a:ext uri="{FF2B5EF4-FFF2-40B4-BE49-F238E27FC236}">
                <a16:creationId xmlns:a16="http://schemas.microsoft.com/office/drawing/2014/main" id="{7228FA47-5CF4-D51B-35A8-5C937C918CD0}"/>
              </a:ext>
            </a:extLst>
          </p:cNvPr>
          <p:cNvSpPr txBox="1"/>
          <p:nvPr/>
        </p:nvSpPr>
        <p:spPr>
          <a:xfrm>
            <a:off x="1299489" y="-2409944"/>
            <a:ext cx="1061393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dirty="0">
                <a:solidFill>
                  <a:srgbClr val="674678"/>
                </a:solidFill>
                <a:latin typeface="Montserrat Black"/>
                <a:sym typeface="Montserrat Black"/>
              </a:rPr>
              <a:t>ER Diagram</a:t>
            </a:r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4B3DB82-DB23-1365-69A6-17ED5FE31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053642" y="1659497"/>
            <a:ext cx="16087040" cy="7813783"/>
          </a:xfrm>
          <a:prstGeom prst="rect">
            <a:avLst/>
          </a:prstGeom>
        </p:spPr>
      </p:pic>
      <p:pic>
        <p:nvPicPr>
          <p:cNvPr id="3" name="Google Shape;111;p11">
            <a:extLst>
              <a:ext uri="{FF2B5EF4-FFF2-40B4-BE49-F238E27FC236}">
                <a16:creationId xmlns:a16="http://schemas.microsoft.com/office/drawing/2014/main" id="{B3448D9E-1A21-7E20-C4F9-193FB730267D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64359" y="3147874"/>
            <a:ext cx="8184901" cy="741590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21;p19">
            <a:extLst>
              <a:ext uri="{FF2B5EF4-FFF2-40B4-BE49-F238E27FC236}">
                <a16:creationId xmlns:a16="http://schemas.microsoft.com/office/drawing/2014/main" id="{67C0CEB5-2144-F2CB-7C14-5990A65F286A}"/>
              </a:ext>
            </a:extLst>
          </p:cNvPr>
          <p:cNvSpPr txBox="1"/>
          <p:nvPr/>
        </p:nvSpPr>
        <p:spPr>
          <a:xfrm>
            <a:off x="1997485" y="4081671"/>
            <a:ext cx="10613937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dirty="0">
                <a:solidFill>
                  <a:srgbClr val="674678"/>
                </a:solidFill>
                <a:latin typeface="Montserrat Black"/>
                <a:sym typeface="Montserrat Black"/>
              </a:rPr>
              <a:t>THANK YOU!!</a:t>
            </a:r>
            <a:endParaRPr sz="2000" dirty="0"/>
          </a:p>
        </p:txBody>
      </p:sp>
      <p:pic>
        <p:nvPicPr>
          <p:cNvPr id="5" name="Google Shape;385;p19">
            <a:extLst>
              <a:ext uri="{FF2B5EF4-FFF2-40B4-BE49-F238E27FC236}">
                <a16:creationId xmlns:a16="http://schemas.microsoft.com/office/drawing/2014/main" id="{9D9B2FCF-1A51-FAD1-DFDB-CFF614E38D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2642" y="-3019887"/>
            <a:ext cx="13456076" cy="4525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990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ansport Consulting">
  <a:themeElements>
    <a:clrScheme name="Office">
      <a:dk1>
        <a:srgbClr val="000000"/>
      </a:dk1>
      <a:lt1>
        <a:srgbClr val="FFFFFF"/>
      </a:lt1>
      <a:dk2>
        <a:srgbClr val="F7A7AB"/>
      </a:dk2>
      <a:lt2>
        <a:srgbClr val="FFF3F4"/>
      </a:lt2>
      <a:accent1>
        <a:srgbClr val="674678"/>
      </a:accent1>
      <a:accent2>
        <a:srgbClr val="9468AC"/>
      </a:accent2>
      <a:accent3>
        <a:srgbClr val="FECE6B"/>
      </a:accent3>
      <a:accent4>
        <a:srgbClr val="888888"/>
      </a:accent4>
      <a:accent5>
        <a:srgbClr val="F7A7AB"/>
      </a:accent5>
      <a:accent6>
        <a:srgbClr val="FFF3F4"/>
      </a:accent6>
      <a:hlink>
        <a:srgbClr val="67467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251</Words>
  <Application>Microsoft Office PowerPoint</Application>
  <PresentationFormat>Custom</PresentationFormat>
  <Paragraphs>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Montserrat Black</vt:lpstr>
      <vt:lpstr>Montserrat</vt:lpstr>
      <vt:lpstr>Arial</vt:lpstr>
      <vt:lpstr>Open Sans</vt:lpstr>
      <vt:lpstr>Transport Consulting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Prashantkumar Dudhmal</cp:lastModifiedBy>
  <cp:revision>17</cp:revision>
  <dcterms:modified xsi:type="dcterms:W3CDTF">2025-10-08T18:30:56Z</dcterms:modified>
</cp:coreProperties>
</file>